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80" r:id="rId6"/>
    <p:sldId id="270" r:id="rId7"/>
    <p:sldId id="272" r:id="rId8"/>
    <p:sldId id="276" r:id="rId9"/>
    <p:sldId id="274" r:id="rId10"/>
    <p:sldId id="279" r:id="rId11"/>
    <p:sldId id="260" r:id="rId12"/>
    <p:sldId id="277" r:id="rId13"/>
    <p:sldId id="267" r:id="rId14"/>
    <p:sldId id="268" r:id="rId15"/>
    <p:sldId id="281" r:id="rId16"/>
    <p:sldId id="269" r:id="rId1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558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danda Challa" userId="42a8f256abc81769" providerId="LiveId" clId="{E260F587-90AC-4955-A726-F24438C7FE75}"/>
    <pc:docChg chg="undo redo custSel addSld delSld modSld sldOrd">
      <pc:chgData name="Kodanda Challa" userId="42a8f256abc81769" providerId="LiveId" clId="{E260F587-90AC-4955-A726-F24438C7FE75}" dt="2024-10-07T08:42:32.378" v="3651" actId="1076"/>
      <pc:docMkLst>
        <pc:docMk/>
      </pc:docMkLst>
      <pc:sldChg chg="addSp delSp modSp mod setBg setFolMasterObjs">
        <pc:chgData name="Kodanda Challa" userId="42a8f256abc81769" providerId="LiveId" clId="{E260F587-90AC-4955-A726-F24438C7FE75}" dt="2024-09-25T14:37:40.640" v="2786" actId="1076"/>
        <pc:sldMkLst>
          <pc:docMk/>
          <pc:sldMk cId="0" sldId="256"/>
        </pc:sldMkLst>
      </pc:sldChg>
      <pc:sldChg chg="addSp delSp modSp mod setBg setFolMasterObjs">
        <pc:chgData name="Kodanda Challa" userId="42a8f256abc81769" providerId="LiveId" clId="{E260F587-90AC-4955-A726-F24438C7FE75}" dt="2024-09-25T14:28:41.473" v="2768" actId="1076"/>
        <pc:sldMkLst>
          <pc:docMk/>
          <pc:sldMk cId="0" sldId="257"/>
        </pc:sldMkLst>
      </pc:sldChg>
      <pc:sldChg chg="addSp delSp modSp mod setBg setFolMasterObjs">
        <pc:chgData name="Kodanda Challa" userId="42a8f256abc81769" providerId="LiveId" clId="{E260F587-90AC-4955-A726-F24438C7FE75}" dt="2024-09-25T14:28:25.385" v="2765" actId="732"/>
        <pc:sldMkLst>
          <pc:docMk/>
          <pc:sldMk cId="0" sldId="258"/>
        </pc:sldMkLst>
      </pc:sldChg>
      <pc:sldChg chg="addSp delSp modSp mod setBg setFolMasterObjs setClrOvrMap">
        <pc:chgData name="Kodanda Challa" userId="42a8f256abc81769" providerId="LiveId" clId="{E260F587-90AC-4955-A726-F24438C7FE75}" dt="2024-10-07T06:45:53.601" v="3600" actId="20577"/>
        <pc:sldMkLst>
          <pc:docMk/>
          <pc:sldMk cId="0" sldId="259"/>
        </pc:sldMkLst>
      </pc:sldChg>
      <pc:sldChg chg="addSp delSp modSp mod setBg setFolMasterObjs">
        <pc:chgData name="Kodanda Challa" userId="42a8f256abc81769" providerId="LiveId" clId="{E260F587-90AC-4955-A726-F24438C7FE75}" dt="2024-10-03T08:27:21.508" v="3412" actId="403"/>
        <pc:sldMkLst>
          <pc:docMk/>
          <pc:sldMk cId="0" sldId="260"/>
        </pc:sldMkLst>
      </pc:sldChg>
      <pc:sldChg chg="addSp delSp modSp del mod ord setBg setFolMasterObjs modShow">
        <pc:chgData name="Kodanda Challa" userId="42a8f256abc81769" providerId="LiveId" clId="{E260F587-90AC-4955-A726-F24438C7FE75}" dt="2024-09-24T17:51:31.338" v="2331" actId="47"/>
        <pc:sldMkLst>
          <pc:docMk/>
          <pc:sldMk cId="0" sldId="261"/>
        </pc:sldMkLst>
      </pc:sldChg>
      <pc:sldChg chg="addSp delSp modSp add del mod">
        <pc:chgData name="Kodanda Challa" userId="42a8f256abc81769" providerId="LiveId" clId="{E260F587-90AC-4955-A726-F24438C7FE75}" dt="2024-09-24T18:26:31.913" v="2606" actId="47"/>
        <pc:sldMkLst>
          <pc:docMk/>
          <pc:sldMk cId="0" sldId="262"/>
        </pc:sldMkLst>
      </pc:sldChg>
      <pc:sldChg chg="delSp modSp del mod">
        <pc:chgData name="Kodanda Challa" userId="42a8f256abc81769" providerId="LiveId" clId="{E260F587-90AC-4955-A726-F24438C7FE75}" dt="2024-09-19T20:44:39.214" v="1014" actId="47"/>
        <pc:sldMkLst>
          <pc:docMk/>
          <pc:sldMk cId="0" sldId="263"/>
        </pc:sldMkLst>
      </pc:sldChg>
      <pc:sldChg chg="delSp del mod">
        <pc:chgData name="Kodanda Challa" userId="42a8f256abc81769" providerId="LiveId" clId="{E260F587-90AC-4955-A726-F24438C7FE75}" dt="2024-09-19T20:33:56.549" v="817" actId="47"/>
        <pc:sldMkLst>
          <pc:docMk/>
          <pc:sldMk cId="0" sldId="264"/>
        </pc:sldMkLst>
      </pc:sldChg>
      <pc:sldChg chg="add del">
        <pc:chgData name="Kodanda Challa" userId="42a8f256abc81769" providerId="LiveId" clId="{E260F587-90AC-4955-A726-F24438C7FE75}" dt="2024-09-19T20:37:07.772" v="886" actId="47"/>
        <pc:sldMkLst>
          <pc:docMk/>
          <pc:sldMk cId="0" sldId="265"/>
        </pc:sldMkLst>
      </pc:sldChg>
      <pc:sldChg chg="addSp delSp modSp del mod ord setBg setFolMasterObjs">
        <pc:chgData name="Kodanda Challa" userId="42a8f256abc81769" providerId="LiveId" clId="{E260F587-90AC-4955-A726-F24438C7FE75}" dt="2024-09-24T17:51:26.679" v="2330" actId="47"/>
        <pc:sldMkLst>
          <pc:docMk/>
          <pc:sldMk cId="0" sldId="266"/>
        </pc:sldMkLst>
      </pc:sldChg>
      <pc:sldChg chg="addSp delSp modSp mod setBg setFolMasterObjs">
        <pc:chgData name="Kodanda Challa" userId="42a8f256abc81769" providerId="LiveId" clId="{E260F587-90AC-4955-A726-F24438C7FE75}" dt="2024-10-03T08:32:08.993" v="3476" actId="20577"/>
        <pc:sldMkLst>
          <pc:docMk/>
          <pc:sldMk cId="0" sldId="267"/>
        </pc:sldMkLst>
      </pc:sldChg>
      <pc:sldChg chg="addSp delSp modSp mod setBg setFolMasterObjs">
        <pc:chgData name="Kodanda Challa" userId="42a8f256abc81769" providerId="LiveId" clId="{E260F587-90AC-4955-A726-F24438C7FE75}" dt="2024-10-03T08:34:29.465" v="3597" actId="20577"/>
        <pc:sldMkLst>
          <pc:docMk/>
          <pc:sldMk cId="0" sldId="268"/>
        </pc:sldMkLst>
      </pc:sldChg>
      <pc:sldChg chg="addSp delSp modSp mod setBg setFolMasterObjs">
        <pc:chgData name="Kodanda Challa" userId="42a8f256abc81769" providerId="LiveId" clId="{E260F587-90AC-4955-A726-F24438C7FE75}" dt="2024-09-25T14:13:53.030" v="2652" actId="1076"/>
        <pc:sldMkLst>
          <pc:docMk/>
          <pc:sldMk cId="0" sldId="269"/>
        </pc:sldMkLst>
      </pc:sldChg>
      <pc:sldChg chg="addSp modSp new mod ord setBg">
        <pc:chgData name="Kodanda Challa" userId="42a8f256abc81769" providerId="LiveId" clId="{E260F587-90AC-4955-A726-F24438C7FE75}" dt="2024-10-03T07:30:05.172" v="2987" actId="207"/>
        <pc:sldMkLst>
          <pc:docMk/>
          <pc:sldMk cId="2395197807" sldId="270"/>
        </pc:sldMkLst>
      </pc:sldChg>
      <pc:sldChg chg="addSp delSp modSp add del mod ord setBg delDesignElem modShow">
        <pc:chgData name="Kodanda Challa" userId="42a8f256abc81769" providerId="LiveId" clId="{E260F587-90AC-4955-A726-F24438C7FE75}" dt="2024-09-24T17:51:36.103" v="2332" actId="47"/>
        <pc:sldMkLst>
          <pc:docMk/>
          <pc:sldMk cId="1161585512" sldId="271"/>
        </pc:sldMkLst>
      </pc:sldChg>
      <pc:sldChg chg="addSp delSp modSp new del">
        <pc:chgData name="Kodanda Challa" userId="42a8f256abc81769" providerId="LiveId" clId="{E260F587-90AC-4955-A726-F24438C7FE75}" dt="2024-09-19T20:24:55.351" v="586" actId="47"/>
        <pc:sldMkLst>
          <pc:docMk/>
          <pc:sldMk cId="1794445160" sldId="271"/>
        </pc:sldMkLst>
      </pc:sldChg>
      <pc:sldChg chg="delSp add del setBg delDesignElem">
        <pc:chgData name="Kodanda Challa" userId="42a8f256abc81769" providerId="LiveId" clId="{E260F587-90AC-4955-A726-F24438C7FE75}" dt="2024-09-19T20:39:59.672" v="957" actId="47"/>
        <pc:sldMkLst>
          <pc:docMk/>
          <pc:sldMk cId="3104340262" sldId="271"/>
        </pc:sldMkLst>
      </pc:sldChg>
      <pc:sldChg chg="addSp delSp modSp new mod setBg">
        <pc:chgData name="Kodanda Challa" userId="42a8f256abc81769" providerId="LiveId" clId="{E260F587-90AC-4955-A726-F24438C7FE75}" dt="2024-10-03T08:28:53.243" v="3435" actId="1076"/>
        <pc:sldMkLst>
          <pc:docMk/>
          <pc:sldMk cId="3068294485" sldId="272"/>
        </pc:sldMkLst>
      </pc:sldChg>
      <pc:sldChg chg="addSp delSp add del setBg delDesignElem">
        <pc:chgData name="Kodanda Challa" userId="42a8f256abc81769" providerId="LiveId" clId="{E260F587-90AC-4955-A726-F24438C7FE75}" dt="2024-09-19T20:42:55.536" v="986"/>
        <pc:sldMkLst>
          <pc:docMk/>
          <pc:sldMk cId="3201934248" sldId="272"/>
        </pc:sldMkLst>
      </pc:sldChg>
      <pc:sldChg chg="addSp delSp modSp new del mod ord setBg modShow">
        <pc:chgData name="Kodanda Challa" userId="42a8f256abc81769" providerId="LiveId" clId="{E260F587-90AC-4955-A726-F24438C7FE75}" dt="2024-09-24T17:51:10.495" v="2329" actId="47"/>
        <pc:sldMkLst>
          <pc:docMk/>
          <pc:sldMk cId="574173465" sldId="273"/>
        </pc:sldMkLst>
      </pc:sldChg>
      <pc:sldChg chg="delSp add del setBg delDesignElem">
        <pc:chgData name="Kodanda Challa" userId="42a8f256abc81769" providerId="LiveId" clId="{E260F587-90AC-4955-A726-F24438C7FE75}" dt="2024-09-24T16:40:14.299" v="1542" actId="47"/>
        <pc:sldMkLst>
          <pc:docMk/>
          <pc:sldMk cId="4141953959" sldId="273"/>
        </pc:sldMkLst>
      </pc:sldChg>
      <pc:sldChg chg="addSp delSp modSp new mod ord setBg">
        <pc:chgData name="Kodanda Challa" userId="42a8f256abc81769" providerId="LiveId" clId="{E260F587-90AC-4955-A726-F24438C7FE75}" dt="2024-10-03T08:27:47.157" v="3418" actId="403"/>
        <pc:sldMkLst>
          <pc:docMk/>
          <pc:sldMk cId="4125837441" sldId="274"/>
        </pc:sldMkLst>
      </pc:sldChg>
      <pc:sldChg chg="delSp add del setBg delDesignElem">
        <pc:chgData name="Kodanda Challa" userId="42a8f256abc81769" providerId="LiveId" clId="{E260F587-90AC-4955-A726-F24438C7FE75}" dt="2024-09-24T17:33:06.818" v="1902" actId="47"/>
        <pc:sldMkLst>
          <pc:docMk/>
          <pc:sldMk cId="1713825551" sldId="275"/>
        </pc:sldMkLst>
      </pc:sldChg>
      <pc:sldChg chg="addSp delSp modSp add mod setBg delDesignElem">
        <pc:chgData name="Kodanda Challa" userId="42a8f256abc81769" providerId="LiveId" clId="{E260F587-90AC-4955-A726-F24438C7FE75}" dt="2024-10-03T07:46:06.626" v="3217" actId="1582"/>
        <pc:sldMkLst>
          <pc:docMk/>
          <pc:sldMk cId="2899817060" sldId="276"/>
        </pc:sldMkLst>
      </pc:sldChg>
      <pc:sldChg chg="addSp delSp modSp new mod setBg">
        <pc:chgData name="Kodanda Challa" userId="42a8f256abc81769" providerId="LiveId" clId="{E260F587-90AC-4955-A726-F24438C7FE75}" dt="2024-10-03T07:45:49.630" v="3215" actId="208"/>
        <pc:sldMkLst>
          <pc:docMk/>
          <pc:sldMk cId="270596313" sldId="277"/>
        </pc:sldMkLst>
      </pc:sldChg>
      <pc:sldChg chg="addSp delSp add del setBg delDesignElem">
        <pc:chgData name="Kodanda Challa" userId="42a8f256abc81769" providerId="LiveId" clId="{E260F587-90AC-4955-A726-F24438C7FE75}" dt="2024-09-24T17:34:08.199" v="1910"/>
        <pc:sldMkLst>
          <pc:docMk/>
          <pc:sldMk cId="2400826967" sldId="277"/>
        </pc:sldMkLst>
      </pc:sldChg>
      <pc:sldChg chg="new del">
        <pc:chgData name="Kodanda Challa" userId="42a8f256abc81769" providerId="LiveId" clId="{E260F587-90AC-4955-A726-F24438C7FE75}" dt="2024-09-24T17:48:33.168" v="2324" actId="47"/>
        <pc:sldMkLst>
          <pc:docMk/>
          <pc:sldMk cId="831707704" sldId="278"/>
        </pc:sldMkLst>
      </pc:sldChg>
      <pc:sldChg chg="addSp delSp modSp add del mod setBg delDesignElem">
        <pc:chgData name="Kodanda Challa" userId="42a8f256abc81769" providerId="LiveId" clId="{E260F587-90AC-4955-A726-F24438C7FE75}" dt="2024-09-24T18:26:33.184" v="2607" actId="47"/>
        <pc:sldMkLst>
          <pc:docMk/>
          <pc:sldMk cId="4027365822" sldId="278"/>
        </pc:sldMkLst>
      </pc:sldChg>
      <pc:sldChg chg="addSp delSp modSp add mod ord setBg delDesignElem">
        <pc:chgData name="Kodanda Challa" userId="42a8f256abc81769" providerId="LiveId" clId="{E260F587-90AC-4955-A726-F24438C7FE75}" dt="2024-09-25T14:30:42.142" v="2784"/>
        <pc:sldMkLst>
          <pc:docMk/>
          <pc:sldMk cId="3499384419" sldId="279"/>
        </pc:sldMkLst>
      </pc:sldChg>
      <pc:sldChg chg="addSp delSp modSp new mod setBg">
        <pc:chgData name="Kodanda Challa" userId="42a8f256abc81769" providerId="LiveId" clId="{E260F587-90AC-4955-A726-F24438C7FE75}" dt="2024-10-07T08:42:10.866" v="3650" actId="1076"/>
        <pc:sldMkLst>
          <pc:docMk/>
          <pc:sldMk cId="775699505" sldId="280"/>
        </pc:sldMkLst>
      </pc:sldChg>
      <pc:sldChg chg="addSp delSp modSp new mod setBg">
        <pc:chgData name="Kodanda Challa" userId="42a8f256abc81769" providerId="LiveId" clId="{E260F587-90AC-4955-A726-F24438C7FE75}" dt="2024-10-07T08:42:32.378" v="3651" actId="1076"/>
        <pc:sldMkLst>
          <pc:docMk/>
          <pc:sldMk cId="4102556680" sldId="281"/>
        </pc:sldMkLst>
      </pc:sldChg>
    </pc:docChg>
  </pc:docChgLst>
  <pc:docChgLst>
    <pc:chgData name="Kodanda Challa" userId="42a8f256abc81769" providerId="LiveId" clId="{1E7F110D-018E-438F-86BA-11BBFDDC99AE}"/>
    <pc:docChg chg="undo custSel modSld">
      <pc:chgData name="Kodanda Challa" userId="42a8f256abc81769" providerId="LiveId" clId="{1E7F110D-018E-438F-86BA-11BBFDDC99AE}" dt="2025-02-27T14:48:14.371" v="4" actId="1076"/>
      <pc:docMkLst>
        <pc:docMk/>
      </pc:docMkLst>
      <pc:sldChg chg="modSp mod">
        <pc:chgData name="Kodanda Challa" userId="42a8f256abc81769" providerId="LiveId" clId="{1E7F110D-018E-438F-86BA-11BBFDDC99AE}" dt="2025-02-27T14:48:14.371" v="4" actId="1076"/>
        <pc:sldMkLst>
          <pc:docMk/>
          <pc:sldMk cId="3068294485" sldId="272"/>
        </pc:sldMkLst>
        <pc:grpChg chg="mod">
          <ac:chgData name="Kodanda Challa" userId="42a8f256abc81769" providerId="LiveId" clId="{1E7F110D-018E-438F-86BA-11BBFDDC99AE}" dt="2025-02-27T14:48:10.273" v="3" actId="1076"/>
          <ac:grpSpMkLst>
            <pc:docMk/>
            <pc:sldMk cId="3068294485" sldId="272"/>
            <ac:grpSpMk id="7" creationId="{A8A57B0A-D2F7-7C97-34E2-7BABF7281139}"/>
          </ac:grpSpMkLst>
        </pc:grpChg>
        <pc:graphicFrameChg chg="mod">
          <ac:chgData name="Kodanda Challa" userId="42a8f256abc81769" providerId="LiveId" clId="{1E7F110D-018E-438F-86BA-11BBFDDC99AE}" dt="2025-02-27T14:48:14.371" v="4" actId="1076"/>
          <ac:graphicFrameMkLst>
            <pc:docMk/>
            <pc:sldMk cId="3068294485" sldId="272"/>
            <ac:graphicFrameMk id="5" creationId="{BF4DFB21-AE6F-95F6-8A2D-1CEFBE5AC1E5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odandachalla/Hexapod_Forward_Kinematics" TargetMode="External"/><Relationship Id="rId1" Type="http://schemas.openxmlformats.org/officeDocument/2006/relationships/hyperlink" Target="https://github.com/kodandachalla/Hexapod_Inverse_Kinematics" TargetMode="External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odandachalla/Hexapod_Forward_Kinematics" TargetMode="External"/><Relationship Id="rId1" Type="http://schemas.openxmlformats.org/officeDocument/2006/relationships/hyperlink" Target="https://github.com/kodandachalla/Hexapod_Inverse_Kinematics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CA2A53-B30D-4415-9452-02BECFC38FA7}" type="doc">
      <dgm:prSet loTypeId="urn:microsoft.com/office/officeart/2005/8/layout/vList2" loCatId="list" qsTypeId="urn:microsoft.com/office/officeart/2005/8/quickstyle/simple3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3758C708-DB81-4139-9E55-AC864DF89F08}">
      <dgm:prSet/>
      <dgm:spPr/>
      <dgm:t>
        <a:bodyPr/>
        <a:lstStyle/>
        <a:p>
          <a:r>
            <a:rPr lang="en-US" b="1" dirty="0"/>
            <a:t>Forward Kinematics: </a:t>
          </a:r>
        </a:p>
        <a:p>
          <a:r>
            <a:rPr lang="en-US" dirty="0"/>
            <a:t>Strut lengths -&gt; Position and Orientation of Top Plate</a:t>
          </a:r>
        </a:p>
        <a:p>
          <a:endParaRPr lang="en-US" dirty="0"/>
        </a:p>
      </dgm:t>
    </dgm:pt>
    <dgm:pt modelId="{FB800A01-563D-4F0C-A373-A00E3D155C0F}" type="parTrans" cxnId="{39383DA3-D7A7-4400-834F-07CE5980A99E}">
      <dgm:prSet/>
      <dgm:spPr/>
      <dgm:t>
        <a:bodyPr/>
        <a:lstStyle/>
        <a:p>
          <a:endParaRPr lang="en-US"/>
        </a:p>
      </dgm:t>
    </dgm:pt>
    <dgm:pt modelId="{D2076976-A202-4ED7-8C82-DBE407E183F9}" type="sibTrans" cxnId="{39383DA3-D7A7-4400-834F-07CE5980A99E}">
      <dgm:prSet phldrT="1" phldr="0"/>
      <dgm:spPr/>
      <dgm:t>
        <a:bodyPr/>
        <a:lstStyle/>
        <a:p>
          <a:endParaRPr lang="en-US"/>
        </a:p>
      </dgm:t>
    </dgm:pt>
    <dgm:pt modelId="{7FBE00DA-2FBB-46F7-8ABC-6EE467C7E6EF}">
      <dgm:prSet/>
      <dgm:spPr/>
      <dgm:t>
        <a:bodyPr/>
        <a:lstStyle/>
        <a:p>
          <a:r>
            <a:rPr lang="en-US" b="1" dirty="0"/>
            <a:t>Inverse Kinematics: </a:t>
          </a:r>
        </a:p>
        <a:p>
          <a:r>
            <a:rPr lang="en-US" dirty="0"/>
            <a:t>Position and Orientation of Top Plate -&gt; Strut lengths</a:t>
          </a:r>
        </a:p>
      </dgm:t>
    </dgm:pt>
    <dgm:pt modelId="{738518ED-8D4F-4410-94B2-AD5E0D242189}" type="parTrans" cxnId="{CBEFE8E9-4207-457A-A5A4-C50697F930E2}">
      <dgm:prSet/>
      <dgm:spPr/>
      <dgm:t>
        <a:bodyPr/>
        <a:lstStyle/>
        <a:p>
          <a:endParaRPr lang="en-US"/>
        </a:p>
      </dgm:t>
    </dgm:pt>
    <dgm:pt modelId="{3C65A42E-4410-4DA4-81C4-BA93D6149B2D}" type="sibTrans" cxnId="{CBEFE8E9-4207-457A-A5A4-C50697F930E2}">
      <dgm:prSet phldrT="2" phldr="0"/>
      <dgm:spPr/>
      <dgm:t>
        <a:bodyPr/>
        <a:lstStyle/>
        <a:p>
          <a:endParaRPr lang="en-US"/>
        </a:p>
      </dgm:t>
    </dgm:pt>
    <dgm:pt modelId="{0027DAC2-4E11-4657-8A38-762C5A85B1F2}">
      <dgm:prSet/>
      <dgm:spPr/>
      <dgm:t>
        <a:bodyPr/>
        <a:lstStyle/>
        <a:p>
          <a:r>
            <a:rPr lang="en-US" dirty="0">
              <a:hlinkClick xmlns:r="http://schemas.openxmlformats.org/officeDocument/2006/relationships" r:id="rId1"/>
            </a:rPr>
            <a:t>https://github.com/kodandachalla/Hexapod_Inverse_Kinematics</a:t>
          </a:r>
          <a:endParaRPr lang="en-US" dirty="0"/>
        </a:p>
        <a:p>
          <a:r>
            <a:rPr lang="en-US" dirty="0">
              <a:hlinkClick xmlns:r="http://schemas.openxmlformats.org/officeDocument/2006/relationships" r:id="rId2"/>
            </a:rPr>
            <a:t>https://github.com/kodandachalla/Hexapod_Forward_Kinematics</a:t>
          </a:r>
          <a:endParaRPr lang="en-US" dirty="0"/>
        </a:p>
      </dgm:t>
    </dgm:pt>
    <dgm:pt modelId="{90CB36FF-1D55-43A9-8881-4987022CC1F3}" type="parTrans" cxnId="{2B06B82A-86CB-463D-9963-62FC67DFD410}">
      <dgm:prSet/>
      <dgm:spPr/>
      <dgm:t>
        <a:bodyPr/>
        <a:lstStyle/>
        <a:p>
          <a:endParaRPr lang="en-US"/>
        </a:p>
      </dgm:t>
    </dgm:pt>
    <dgm:pt modelId="{37A1F858-34B1-449F-AA85-B0AD84486AC5}" type="sibTrans" cxnId="{2B06B82A-86CB-463D-9963-62FC67DFD410}">
      <dgm:prSet/>
      <dgm:spPr/>
      <dgm:t>
        <a:bodyPr/>
        <a:lstStyle/>
        <a:p>
          <a:endParaRPr lang="en-US"/>
        </a:p>
      </dgm:t>
    </dgm:pt>
    <dgm:pt modelId="{E46CC72C-667B-4223-AD85-3F3E6C71EB8C}" type="pres">
      <dgm:prSet presAssocID="{17CA2A53-B30D-4415-9452-02BECFC38FA7}" presName="linear" presStyleCnt="0">
        <dgm:presLayoutVars>
          <dgm:animLvl val="lvl"/>
          <dgm:resizeHandles val="exact"/>
        </dgm:presLayoutVars>
      </dgm:prSet>
      <dgm:spPr/>
    </dgm:pt>
    <dgm:pt modelId="{29B95C4F-9B3F-4711-8983-B5F9ADA46D27}" type="pres">
      <dgm:prSet presAssocID="{3758C708-DB81-4139-9E55-AC864DF89F0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4A72437-F875-482D-B560-B2D66B64580B}" type="pres">
      <dgm:prSet presAssocID="{D2076976-A202-4ED7-8C82-DBE407E183F9}" presName="spacer" presStyleCnt="0"/>
      <dgm:spPr/>
    </dgm:pt>
    <dgm:pt modelId="{07ED3E8A-C257-4CF4-A229-F31C9FEDB783}" type="pres">
      <dgm:prSet presAssocID="{7FBE00DA-2FBB-46F7-8ABC-6EE467C7E6E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BBBBD8B-7AED-4665-BF8A-6A0B4F2D5746}" type="pres">
      <dgm:prSet presAssocID="{3C65A42E-4410-4DA4-81C4-BA93D6149B2D}" presName="spacer" presStyleCnt="0"/>
      <dgm:spPr/>
    </dgm:pt>
    <dgm:pt modelId="{017886A1-E079-4BFC-B714-A95473E875C9}" type="pres">
      <dgm:prSet presAssocID="{0027DAC2-4E11-4657-8A38-762C5A85B1F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B06B82A-86CB-463D-9963-62FC67DFD410}" srcId="{17CA2A53-B30D-4415-9452-02BECFC38FA7}" destId="{0027DAC2-4E11-4657-8A38-762C5A85B1F2}" srcOrd="2" destOrd="0" parTransId="{90CB36FF-1D55-43A9-8881-4987022CC1F3}" sibTransId="{37A1F858-34B1-449F-AA85-B0AD84486AC5}"/>
    <dgm:cxn modelId="{39383DA3-D7A7-4400-834F-07CE5980A99E}" srcId="{17CA2A53-B30D-4415-9452-02BECFC38FA7}" destId="{3758C708-DB81-4139-9E55-AC864DF89F08}" srcOrd="0" destOrd="0" parTransId="{FB800A01-563D-4F0C-A373-A00E3D155C0F}" sibTransId="{D2076976-A202-4ED7-8C82-DBE407E183F9}"/>
    <dgm:cxn modelId="{DD0922B3-942F-4EF2-B493-00E4DCB951C3}" type="presOf" srcId="{3758C708-DB81-4139-9E55-AC864DF89F08}" destId="{29B95C4F-9B3F-4711-8983-B5F9ADA46D27}" srcOrd="0" destOrd="0" presId="urn:microsoft.com/office/officeart/2005/8/layout/vList2"/>
    <dgm:cxn modelId="{605825D1-AC9D-4C3D-937B-24744DDA7B02}" type="presOf" srcId="{7FBE00DA-2FBB-46F7-8ABC-6EE467C7E6EF}" destId="{07ED3E8A-C257-4CF4-A229-F31C9FEDB783}" srcOrd="0" destOrd="0" presId="urn:microsoft.com/office/officeart/2005/8/layout/vList2"/>
    <dgm:cxn modelId="{CBEFE8E9-4207-457A-A5A4-C50697F930E2}" srcId="{17CA2A53-B30D-4415-9452-02BECFC38FA7}" destId="{7FBE00DA-2FBB-46F7-8ABC-6EE467C7E6EF}" srcOrd="1" destOrd="0" parTransId="{738518ED-8D4F-4410-94B2-AD5E0D242189}" sibTransId="{3C65A42E-4410-4DA4-81C4-BA93D6149B2D}"/>
    <dgm:cxn modelId="{4A59B2EB-D0F4-4DEB-A36F-A52397EE59CF}" type="presOf" srcId="{0027DAC2-4E11-4657-8A38-762C5A85B1F2}" destId="{017886A1-E079-4BFC-B714-A95473E875C9}" srcOrd="0" destOrd="0" presId="urn:microsoft.com/office/officeart/2005/8/layout/vList2"/>
    <dgm:cxn modelId="{11FB83F5-8ED7-48D2-96F1-4C36F48EE041}" type="presOf" srcId="{17CA2A53-B30D-4415-9452-02BECFC38FA7}" destId="{E46CC72C-667B-4223-AD85-3F3E6C71EB8C}" srcOrd="0" destOrd="0" presId="urn:microsoft.com/office/officeart/2005/8/layout/vList2"/>
    <dgm:cxn modelId="{207EF38D-C4A3-40A0-A319-13EF07B776A2}" type="presParOf" srcId="{E46CC72C-667B-4223-AD85-3F3E6C71EB8C}" destId="{29B95C4F-9B3F-4711-8983-B5F9ADA46D27}" srcOrd="0" destOrd="0" presId="urn:microsoft.com/office/officeart/2005/8/layout/vList2"/>
    <dgm:cxn modelId="{0E619E73-E99A-4277-8C30-C09601891C9E}" type="presParOf" srcId="{E46CC72C-667B-4223-AD85-3F3E6C71EB8C}" destId="{54A72437-F875-482D-B560-B2D66B64580B}" srcOrd="1" destOrd="0" presId="urn:microsoft.com/office/officeart/2005/8/layout/vList2"/>
    <dgm:cxn modelId="{225965BF-68E6-46FF-ADF8-D30088628BAA}" type="presParOf" srcId="{E46CC72C-667B-4223-AD85-3F3E6C71EB8C}" destId="{07ED3E8A-C257-4CF4-A229-F31C9FEDB783}" srcOrd="2" destOrd="0" presId="urn:microsoft.com/office/officeart/2005/8/layout/vList2"/>
    <dgm:cxn modelId="{01467199-1CBF-4FF6-9D19-236FCB74F9A8}" type="presParOf" srcId="{E46CC72C-667B-4223-AD85-3F3E6C71EB8C}" destId="{BBBBBD8B-7AED-4665-BF8A-6A0B4F2D5746}" srcOrd="3" destOrd="0" presId="urn:microsoft.com/office/officeart/2005/8/layout/vList2"/>
    <dgm:cxn modelId="{78F99E96-8056-4576-9E4F-57B1696576FC}" type="presParOf" srcId="{E46CC72C-667B-4223-AD85-3F3E6C71EB8C}" destId="{017886A1-E079-4BFC-B714-A95473E875C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E567F0-F23C-4D96-A3BB-6814210B6EAA}" type="doc">
      <dgm:prSet loTypeId="urn:microsoft.com/office/officeart/2005/8/layout/hierarchy3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B0B8F516-A4FE-4F51-AE24-0C9E3EC392D1}">
      <dgm:prSet/>
      <dgm:spPr/>
      <dgm:t>
        <a:bodyPr/>
        <a:lstStyle/>
        <a:p>
          <a:pPr algn="ctr">
            <a:defRPr b="1"/>
          </a:pPr>
          <a:r>
            <a:rPr lang="en-US" b="1" i="0"/>
            <a:t>Case 1: </a:t>
          </a:r>
          <a:r>
            <a:rPr lang="en-US" b="1" spc="-45">
              <a:latin typeface="+mn-lt"/>
              <a:ea typeface="+mn-ea"/>
              <a:cs typeface="+mn-cs"/>
            </a:rPr>
            <a:t>Kept all gauges at Zero position</a:t>
          </a:r>
          <a:endParaRPr lang="en-US" b="1"/>
        </a:p>
      </dgm:t>
    </dgm:pt>
    <dgm:pt modelId="{54EAC1A8-7664-419E-8391-9F58D5AE695C}" type="parTrans" cxnId="{BAB5175E-F5B9-455D-B779-98504DE56E84}">
      <dgm:prSet/>
      <dgm:spPr/>
      <dgm:t>
        <a:bodyPr/>
        <a:lstStyle/>
        <a:p>
          <a:pPr algn="ctr"/>
          <a:endParaRPr lang="en-US"/>
        </a:p>
      </dgm:t>
    </dgm:pt>
    <dgm:pt modelId="{BC81D469-DB88-45BE-B3A6-5E45415B7D6B}" type="sibTrans" cxnId="{BAB5175E-F5B9-455D-B779-98504DE56E84}">
      <dgm:prSet/>
      <dgm:spPr/>
      <dgm:t>
        <a:bodyPr/>
        <a:lstStyle/>
        <a:p>
          <a:pPr algn="ctr"/>
          <a:endParaRPr lang="en-US"/>
        </a:p>
      </dgm:t>
    </dgm:pt>
    <dgm:pt modelId="{F129DB3E-6DD8-4628-86D4-27C7A6B25936}">
      <dgm:prSet/>
      <dgm:spPr/>
      <dgm:t>
        <a:bodyPr/>
        <a:lstStyle/>
        <a:p>
          <a:pPr algn="ctr"/>
          <a:r>
            <a:rPr lang="en-US"/>
            <a:t>Calculate leg lengths using inverse kinematics (MATLAB -Simulink) and store it as Case1</a:t>
          </a:r>
        </a:p>
      </dgm:t>
    </dgm:pt>
    <dgm:pt modelId="{0C6102B2-792C-42C7-A088-F90E3A8C2256}" type="parTrans" cxnId="{82C78429-EA5D-4AB7-841A-3FAD5DD4FA51}">
      <dgm:prSet/>
      <dgm:spPr/>
      <dgm:t>
        <a:bodyPr/>
        <a:lstStyle/>
        <a:p>
          <a:pPr algn="ctr"/>
          <a:endParaRPr lang="en-US"/>
        </a:p>
      </dgm:t>
    </dgm:pt>
    <dgm:pt modelId="{7CDEAC86-41D1-4FEB-9302-84EAB7B6850E}" type="sibTrans" cxnId="{82C78429-EA5D-4AB7-841A-3FAD5DD4FA51}">
      <dgm:prSet/>
      <dgm:spPr/>
      <dgm:t>
        <a:bodyPr/>
        <a:lstStyle/>
        <a:p>
          <a:pPr algn="ctr"/>
          <a:endParaRPr lang="en-US"/>
        </a:p>
      </dgm:t>
    </dgm:pt>
    <dgm:pt modelId="{B5D043AB-0A5D-4E2D-9DDA-9614642408CD}">
      <dgm:prSet/>
      <dgm:spPr/>
      <dgm:t>
        <a:bodyPr/>
        <a:lstStyle/>
        <a:p>
          <a:pPr algn="ctr">
            <a:defRPr b="1"/>
          </a:pPr>
          <a:r>
            <a:rPr lang="en-US" b="1" i="0" dirty="0"/>
            <a:t>Case 2: Adjust leg lengths manually </a:t>
          </a:r>
          <a:r>
            <a:rPr lang="en-US" b="1" dirty="0"/>
            <a:t>Leg 5 and 6 increased by 4mm rest all at Zero position</a:t>
          </a:r>
        </a:p>
      </dgm:t>
    </dgm:pt>
    <dgm:pt modelId="{E4ABBA3F-F3B9-4631-A767-84EE43A83E56}" type="parTrans" cxnId="{8FCB85E5-50DD-4930-B173-8DEA452D9D4B}">
      <dgm:prSet/>
      <dgm:spPr/>
      <dgm:t>
        <a:bodyPr/>
        <a:lstStyle/>
        <a:p>
          <a:pPr algn="ctr"/>
          <a:endParaRPr lang="en-US"/>
        </a:p>
      </dgm:t>
    </dgm:pt>
    <dgm:pt modelId="{C60CDAA0-F5EC-4E21-89C3-34F0E458149B}" type="sibTrans" cxnId="{8FCB85E5-50DD-4930-B173-8DEA452D9D4B}">
      <dgm:prSet/>
      <dgm:spPr/>
      <dgm:t>
        <a:bodyPr/>
        <a:lstStyle/>
        <a:p>
          <a:pPr algn="ctr"/>
          <a:endParaRPr lang="en-US"/>
        </a:p>
      </dgm:t>
    </dgm:pt>
    <dgm:pt modelId="{A5935920-2DBC-48EF-88AA-1B305AFC6F0A}">
      <dgm:prSet/>
      <dgm:spPr/>
      <dgm:t>
        <a:bodyPr/>
        <a:lstStyle/>
        <a:p>
          <a:pPr algn="ctr"/>
          <a:r>
            <a:rPr lang="en-US" dirty="0"/>
            <a:t>Repeat all steps of case 1 and Calculate leg lengths using inverse kinematics (MATLAB -Simulink) and store it as Case2</a:t>
          </a:r>
        </a:p>
      </dgm:t>
    </dgm:pt>
    <dgm:pt modelId="{B5A1936E-AA6A-4F79-A728-E657214545B1}" type="parTrans" cxnId="{1A5B9FEF-94D6-4FF8-B012-B34C5BA75AE9}">
      <dgm:prSet/>
      <dgm:spPr/>
      <dgm:t>
        <a:bodyPr/>
        <a:lstStyle/>
        <a:p>
          <a:pPr algn="ctr"/>
          <a:endParaRPr lang="en-US"/>
        </a:p>
      </dgm:t>
    </dgm:pt>
    <dgm:pt modelId="{6DFC27AA-17C8-41D4-A108-05D33ACF566C}" type="sibTrans" cxnId="{1A5B9FEF-94D6-4FF8-B012-B34C5BA75AE9}">
      <dgm:prSet/>
      <dgm:spPr/>
      <dgm:t>
        <a:bodyPr/>
        <a:lstStyle/>
        <a:p>
          <a:pPr algn="ctr"/>
          <a:endParaRPr lang="en-US"/>
        </a:p>
      </dgm:t>
    </dgm:pt>
    <dgm:pt modelId="{7D56F92B-797E-428F-A57C-3BF1B35CE009}">
      <dgm:prSet/>
      <dgm:spPr/>
      <dgm:t>
        <a:bodyPr/>
        <a:lstStyle/>
        <a:p>
          <a:pPr algn="ctr">
            <a:defRPr b="1"/>
          </a:pPr>
          <a:r>
            <a:rPr lang="en-US" b="1" i="0" dirty="0"/>
            <a:t>Verify change: </a:t>
          </a:r>
        </a:p>
        <a:p>
          <a:pPr algn="ctr">
            <a:defRPr b="1"/>
          </a:pPr>
          <a:r>
            <a:rPr lang="en-US" b="1" i="0" dirty="0"/>
            <a:t>Case 1 Lenths + increments = Case 2 or 3 Lenths</a:t>
          </a:r>
          <a:endParaRPr lang="en-US" b="1" dirty="0"/>
        </a:p>
      </dgm:t>
    </dgm:pt>
    <dgm:pt modelId="{3309BFA0-10CA-417D-8C66-BC9AF120D383}" type="parTrans" cxnId="{6DF075CE-820C-4A88-B8D5-F0D2E323C21B}">
      <dgm:prSet/>
      <dgm:spPr/>
      <dgm:t>
        <a:bodyPr/>
        <a:lstStyle/>
        <a:p>
          <a:pPr algn="ctr"/>
          <a:endParaRPr lang="en-US"/>
        </a:p>
      </dgm:t>
    </dgm:pt>
    <dgm:pt modelId="{2961CF51-0609-4920-B352-83B5E3BAAC28}" type="sibTrans" cxnId="{6DF075CE-820C-4A88-B8D5-F0D2E323C21B}">
      <dgm:prSet/>
      <dgm:spPr/>
      <dgm:t>
        <a:bodyPr/>
        <a:lstStyle/>
        <a:p>
          <a:pPr algn="ctr"/>
          <a:endParaRPr lang="en-US"/>
        </a:p>
      </dgm:t>
    </dgm:pt>
    <dgm:pt modelId="{8E53610E-A045-4B44-A708-9E1380C244D0}">
      <dgm:prSet/>
      <dgm:spPr/>
      <dgm:t>
        <a:bodyPr/>
        <a:lstStyle/>
        <a:p>
          <a:pPr algn="ctr">
            <a:defRPr b="1"/>
          </a:pPr>
          <a:r>
            <a:rPr lang="en-US" b="1" i="0" dirty="0"/>
            <a:t>Case 3: </a:t>
          </a:r>
          <a:r>
            <a:rPr lang="en-US" b="1" spc="-45" dirty="0">
              <a:latin typeface="+mn-lt"/>
              <a:ea typeface="+mn-ea"/>
              <a:cs typeface="+mn-cs"/>
            </a:rPr>
            <a:t>Kept all gauges at +4mm and leg1 at zero position</a:t>
          </a:r>
          <a:endParaRPr lang="en-US" b="1" dirty="0"/>
        </a:p>
      </dgm:t>
    </dgm:pt>
    <dgm:pt modelId="{4FF4A857-B8AC-44C2-8673-8C302DEA751C}" type="parTrans" cxnId="{9372CE0B-2FD8-40CC-8C4B-99C98C4D9D59}">
      <dgm:prSet/>
      <dgm:spPr/>
      <dgm:t>
        <a:bodyPr/>
        <a:lstStyle/>
        <a:p>
          <a:pPr algn="ctr"/>
          <a:endParaRPr lang="en-US"/>
        </a:p>
      </dgm:t>
    </dgm:pt>
    <dgm:pt modelId="{FE186C0D-82A9-4D83-98CE-A0C3A3AE9F6D}" type="sibTrans" cxnId="{9372CE0B-2FD8-40CC-8C4B-99C98C4D9D59}">
      <dgm:prSet/>
      <dgm:spPr/>
      <dgm:t>
        <a:bodyPr/>
        <a:lstStyle/>
        <a:p>
          <a:pPr algn="ctr"/>
          <a:endParaRPr lang="en-US"/>
        </a:p>
      </dgm:t>
    </dgm:pt>
    <dgm:pt modelId="{1BD7EDEB-68D6-4D3A-AAF0-BB1C88F79A0E}">
      <dgm:prSet/>
      <dgm:spPr/>
      <dgm:t>
        <a:bodyPr/>
        <a:lstStyle/>
        <a:p>
          <a:pPr algn="ctr"/>
          <a:r>
            <a:rPr lang="en-US" dirty="0"/>
            <a:t>Repeat all steps of case 1 and Calculate leg lengths using inverse kinematics (MATLAB -Simulink) and store it as Case3</a:t>
          </a:r>
        </a:p>
      </dgm:t>
    </dgm:pt>
    <dgm:pt modelId="{10B24903-31D1-452E-8962-52DE57C3D606}" type="parTrans" cxnId="{CED07432-9D08-42EE-BA32-A3BC0D4E652E}">
      <dgm:prSet/>
      <dgm:spPr/>
      <dgm:t>
        <a:bodyPr/>
        <a:lstStyle/>
        <a:p>
          <a:pPr algn="ctr"/>
          <a:endParaRPr lang="en-US"/>
        </a:p>
      </dgm:t>
    </dgm:pt>
    <dgm:pt modelId="{B9A09917-35E0-406A-AC21-0946B404BBB7}" type="sibTrans" cxnId="{CED07432-9D08-42EE-BA32-A3BC0D4E652E}">
      <dgm:prSet/>
      <dgm:spPr/>
      <dgm:t>
        <a:bodyPr/>
        <a:lstStyle/>
        <a:p>
          <a:pPr algn="ctr"/>
          <a:endParaRPr lang="en-US"/>
        </a:p>
      </dgm:t>
    </dgm:pt>
    <dgm:pt modelId="{0F0C4656-C0BB-490B-8F9E-28123A56CB76}" type="pres">
      <dgm:prSet presAssocID="{E2E567F0-F23C-4D96-A3BB-6814210B6EAA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F9A5C38-3427-491E-93F9-ADA5CDFAF313}" type="pres">
      <dgm:prSet presAssocID="{B0B8F516-A4FE-4F51-AE24-0C9E3EC392D1}" presName="root" presStyleCnt="0"/>
      <dgm:spPr/>
    </dgm:pt>
    <dgm:pt modelId="{5F46005E-6C82-4E6E-9CEE-17C1AB4C625C}" type="pres">
      <dgm:prSet presAssocID="{B0B8F516-A4FE-4F51-AE24-0C9E3EC392D1}" presName="rootComposite" presStyleCnt="0"/>
      <dgm:spPr/>
    </dgm:pt>
    <dgm:pt modelId="{2E9364AD-72DE-4653-9B60-F22109A66C34}" type="pres">
      <dgm:prSet presAssocID="{B0B8F516-A4FE-4F51-AE24-0C9E3EC392D1}" presName="rootText" presStyleLbl="node1" presStyleIdx="0" presStyleCnt="4"/>
      <dgm:spPr/>
    </dgm:pt>
    <dgm:pt modelId="{6ECFE7F3-9809-4B68-BD90-3783B7CEA285}" type="pres">
      <dgm:prSet presAssocID="{B0B8F516-A4FE-4F51-AE24-0C9E3EC392D1}" presName="rootConnector" presStyleLbl="node1" presStyleIdx="0" presStyleCnt="4"/>
      <dgm:spPr/>
    </dgm:pt>
    <dgm:pt modelId="{E7134637-034A-46F6-B710-5C6586176F27}" type="pres">
      <dgm:prSet presAssocID="{B0B8F516-A4FE-4F51-AE24-0C9E3EC392D1}" presName="childShape" presStyleCnt="0"/>
      <dgm:spPr/>
    </dgm:pt>
    <dgm:pt modelId="{0BF9EC27-15EC-4479-8F96-72150CA4BF61}" type="pres">
      <dgm:prSet presAssocID="{0C6102B2-792C-42C7-A088-F90E3A8C2256}" presName="Name13" presStyleLbl="parChTrans1D2" presStyleIdx="0" presStyleCnt="3"/>
      <dgm:spPr/>
    </dgm:pt>
    <dgm:pt modelId="{3EA52FA8-8FA1-4B69-8AC7-8D552F3A9B9A}" type="pres">
      <dgm:prSet presAssocID="{F129DB3E-6DD8-4628-86D4-27C7A6B25936}" presName="childText" presStyleLbl="bgAcc1" presStyleIdx="0" presStyleCnt="3">
        <dgm:presLayoutVars>
          <dgm:bulletEnabled val="1"/>
        </dgm:presLayoutVars>
      </dgm:prSet>
      <dgm:spPr/>
    </dgm:pt>
    <dgm:pt modelId="{9D040C0F-C500-4D67-8C5A-6D04DB3305CC}" type="pres">
      <dgm:prSet presAssocID="{B5D043AB-0A5D-4E2D-9DDA-9614642408CD}" presName="root" presStyleCnt="0"/>
      <dgm:spPr/>
    </dgm:pt>
    <dgm:pt modelId="{438CCF18-6022-470D-9F81-2520BCF89B5A}" type="pres">
      <dgm:prSet presAssocID="{B5D043AB-0A5D-4E2D-9DDA-9614642408CD}" presName="rootComposite" presStyleCnt="0"/>
      <dgm:spPr/>
    </dgm:pt>
    <dgm:pt modelId="{64973666-6046-4506-AD9A-99A1E72CF07B}" type="pres">
      <dgm:prSet presAssocID="{B5D043AB-0A5D-4E2D-9DDA-9614642408CD}" presName="rootText" presStyleLbl="node1" presStyleIdx="1" presStyleCnt="4"/>
      <dgm:spPr/>
    </dgm:pt>
    <dgm:pt modelId="{8CF79145-71FF-4BB6-B9EC-AE07968C0D79}" type="pres">
      <dgm:prSet presAssocID="{B5D043AB-0A5D-4E2D-9DDA-9614642408CD}" presName="rootConnector" presStyleLbl="node1" presStyleIdx="1" presStyleCnt="4"/>
      <dgm:spPr/>
    </dgm:pt>
    <dgm:pt modelId="{FCB14161-A310-481E-A194-1E3FDE30DEC1}" type="pres">
      <dgm:prSet presAssocID="{B5D043AB-0A5D-4E2D-9DDA-9614642408CD}" presName="childShape" presStyleCnt="0"/>
      <dgm:spPr/>
    </dgm:pt>
    <dgm:pt modelId="{6AC9A8A4-3C85-4027-B558-683BEB0FBBE6}" type="pres">
      <dgm:prSet presAssocID="{B5A1936E-AA6A-4F79-A728-E657214545B1}" presName="Name13" presStyleLbl="parChTrans1D2" presStyleIdx="1" presStyleCnt="3"/>
      <dgm:spPr/>
    </dgm:pt>
    <dgm:pt modelId="{63FBEA8C-4CED-45E6-B84B-892C1F701B59}" type="pres">
      <dgm:prSet presAssocID="{A5935920-2DBC-48EF-88AA-1B305AFC6F0A}" presName="childText" presStyleLbl="bgAcc1" presStyleIdx="1" presStyleCnt="3">
        <dgm:presLayoutVars>
          <dgm:bulletEnabled val="1"/>
        </dgm:presLayoutVars>
      </dgm:prSet>
      <dgm:spPr/>
    </dgm:pt>
    <dgm:pt modelId="{65A6A218-E8ED-40A1-8717-F0913C253CA7}" type="pres">
      <dgm:prSet presAssocID="{8E53610E-A045-4B44-A708-9E1380C244D0}" presName="root" presStyleCnt="0"/>
      <dgm:spPr/>
    </dgm:pt>
    <dgm:pt modelId="{712A8B44-17F4-415F-8F8C-47DEE19E4543}" type="pres">
      <dgm:prSet presAssocID="{8E53610E-A045-4B44-A708-9E1380C244D0}" presName="rootComposite" presStyleCnt="0"/>
      <dgm:spPr/>
    </dgm:pt>
    <dgm:pt modelId="{DD86FD8D-CEDB-49AF-B56C-C24E47F6BDD1}" type="pres">
      <dgm:prSet presAssocID="{8E53610E-A045-4B44-A708-9E1380C244D0}" presName="rootText" presStyleLbl="node1" presStyleIdx="2" presStyleCnt="4"/>
      <dgm:spPr/>
    </dgm:pt>
    <dgm:pt modelId="{AC092207-2210-4B54-821B-A8E6497C2E6A}" type="pres">
      <dgm:prSet presAssocID="{8E53610E-A045-4B44-A708-9E1380C244D0}" presName="rootConnector" presStyleLbl="node1" presStyleIdx="2" presStyleCnt="4"/>
      <dgm:spPr/>
    </dgm:pt>
    <dgm:pt modelId="{F37212C2-7904-46AD-8CFC-B220A0173AAE}" type="pres">
      <dgm:prSet presAssocID="{8E53610E-A045-4B44-A708-9E1380C244D0}" presName="childShape" presStyleCnt="0"/>
      <dgm:spPr/>
    </dgm:pt>
    <dgm:pt modelId="{ABCC8F8B-D52C-4DAD-A140-FE4DAA0DB913}" type="pres">
      <dgm:prSet presAssocID="{10B24903-31D1-452E-8962-52DE57C3D606}" presName="Name13" presStyleLbl="parChTrans1D2" presStyleIdx="2" presStyleCnt="3"/>
      <dgm:spPr/>
    </dgm:pt>
    <dgm:pt modelId="{FA5481BF-370C-4AA3-8F1A-3816ED3DFC36}" type="pres">
      <dgm:prSet presAssocID="{1BD7EDEB-68D6-4D3A-AAF0-BB1C88F79A0E}" presName="childText" presStyleLbl="bgAcc1" presStyleIdx="2" presStyleCnt="3">
        <dgm:presLayoutVars>
          <dgm:bulletEnabled val="1"/>
        </dgm:presLayoutVars>
      </dgm:prSet>
      <dgm:spPr/>
    </dgm:pt>
    <dgm:pt modelId="{FB9E1E88-492A-466F-B5F9-0CF3E48DEB9A}" type="pres">
      <dgm:prSet presAssocID="{7D56F92B-797E-428F-A57C-3BF1B35CE009}" presName="root" presStyleCnt="0"/>
      <dgm:spPr/>
    </dgm:pt>
    <dgm:pt modelId="{65086A98-BA4D-41EE-97C0-117A39A48B25}" type="pres">
      <dgm:prSet presAssocID="{7D56F92B-797E-428F-A57C-3BF1B35CE009}" presName="rootComposite" presStyleCnt="0"/>
      <dgm:spPr/>
    </dgm:pt>
    <dgm:pt modelId="{6AF3E7FC-0974-445B-8F04-DB8B7D46FE2C}" type="pres">
      <dgm:prSet presAssocID="{7D56F92B-797E-428F-A57C-3BF1B35CE009}" presName="rootText" presStyleLbl="node1" presStyleIdx="3" presStyleCnt="4"/>
      <dgm:spPr/>
    </dgm:pt>
    <dgm:pt modelId="{92B3040B-B42C-4C24-B0A0-27FB0D43CDC1}" type="pres">
      <dgm:prSet presAssocID="{7D56F92B-797E-428F-A57C-3BF1B35CE009}" presName="rootConnector" presStyleLbl="node1" presStyleIdx="3" presStyleCnt="4"/>
      <dgm:spPr/>
    </dgm:pt>
    <dgm:pt modelId="{857947AA-6FCE-4F11-A381-9F0823B94F04}" type="pres">
      <dgm:prSet presAssocID="{7D56F92B-797E-428F-A57C-3BF1B35CE009}" presName="childShape" presStyleCnt="0"/>
      <dgm:spPr/>
    </dgm:pt>
  </dgm:ptLst>
  <dgm:cxnLst>
    <dgm:cxn modelId="{E271F005-4D81-4FBE-8207-CA7327DD041C}" type="presOf" srcId="{7D56F92B-797E-428F-A57C-3BF1B35CE009}" destId="{92B3040B-B42C-4C24-B0A0-27FB0D43CDC1}" srcOrd="1" destOrd="0" presId="urn:microsoft.com/office/officeart/2005/8/layout/hierarchy3"/>
    <dgm:cxn modelId="{9D279807-EDB4-4ABE-8BB8-3E9E162ED073}" type="presOf" srcId="{E2E567F0-F23C-4D96-A3BB-6814210B6EAA}" destId="{0F0C4656-C0BB-490B-8F9E-28123A56CB76}" srcOrd="0" destOrd="0" presId="urn:microsoft.com/office/officeart/2005/8/layout/hierarchy3"/>
    <dgm:cxn modelId="{9372CE0B-2FD8-40CC-8C4B-99C98C4D9D59}" srcId="{E2E567F0-F23C-4D96-A3BB-6814210B6EAA}" destId="{8E53610E-A045-4B44-A708-9E1380C244D0}" srcOrd="2" destOrd="0" parTransId="{4FF4A857-B8AC-44C2-8673-8C302DEA751C}" sibTransId="{FE186C0D-82A9-4D83-98CE-A0C3A3AE9F6D}"/>
    <dgm:cxn modelId="{135A0C1A-168F-4518-8D95-77A2F3428410}" type="presOf" srcId="{8E53610E-A045-4B44-A708-9E1380C244D0}" destId="{DD86FD8D-CEDB-49AF-B56C-C24E47F6BDD1}" srcOrd="0" destOrd="0" presId="urn:microsoft.com/office/officeart/2005/8/layout/hierarchy3"/>
    <dgm:cxn modelId="{F4508D22-2F8C-4125-A905-1884AA2C5D63}" type="presOf" srcId="{B5D043AB-0A5D-4E2D-9DDA-9614642408CD}" destId="{64973666-6046-4506-AD9A-99A1E72CF07B}" srcOrd="0" destOrd="0" presId="urn:microsoft.com/office/officeart/2005/8/layout/hierarchy3"/>
    <dgm:cxn modelId="{410F2F25-4599-411A-90C5-51A42D16F3C9}" type="presOf" srcId="{10B24903-31D1-452E-8962-52DE57C3D606}" destId="{ABCC8F8B-D52C-4DAD-A140-FE4DAA0DB913}" srcOrd="0" destOrd="0" presId="urn:microsoft.com/office/officeart/2005/8/layout/hierarchy3"/>
    <dgm:cxn modelId="{82C78429-EA5D-4AB7-841A-3FAD5DD4FA51}" srcId="{B0B8F516-A4FE-4F51-AE24-0C9E3EC392D1}" destId="{F129DB3E-6DD8-4628-86D4-27C7A6B25936}" srcOrd="0" destOrd="0" parTransId="{0C6102B2-792C-42C7-A088-F90E3A8C2256}" sibTransId="{7CDEAC86-41D1-4FEB-9302-84EAB7B6850E}"/>
    <dgm:cxn modelId="{96A77F2C-5A10-4BB0-A700-0A6C833A4E26}" type="presOf" srcId="{7D56F92B-797E-428F-A57C-3BF1B35CE009}" destId="{6AF3E7FC-0974-445B-8F04-DB8B7D46FE2C}" srcOrd="0" destOrd="0" presId="urn:microsoft.com/office/officeart/2005/8/layout/hierarchy3"/>
    <dgm:cxn modelId="{25E0C82D-E493-49FB-B491-2B89814BACFE}" type="presOf" srcId="{B0B8F516-A4FE-4F51-AE24-0C9E3EC392D1}" destId="{2E9364AD-72DE-4653-9B60-F22109A66C34}" srcOrd="0" destOrd="0" presId="urn:microsoft.com/office/officeart/2005/8/layout/hierarchy3"/>
    <dgm:cxn modelId="{CED07432-9D08-42EE-BA32-A3BC0D4E652E}" srcId="{8E53610E-A045-4B44-A708-9E1380C244D0}" destId="{1BD7EDEB-68D6-4D3A-AAF0-BB1C88F79A0E}" srcOrd="0" destOrd="0" parTransId="{10B24903-31D1-452E-8962-52DE57C3D606}" sibTransId="{B9A09917-35E0-406A-AC21-0946B404BBB7}"/>
    <dgm:cxn modelId="{BAB5175E-F5B9-455D-B779-98504DE56E84}" srcId="{E2E567F0-F23C-4D96-A3BB-6814210B6EAA}" destId="{B0B8F516-A4FE-4F51-AE24-0C9E3EC392D1}" srcOrd="0" destOrd="0" parTransId="{54EAC1A8-7664-419E-8391-9F58D5AE695C}" sibTransId="{BC81D469-DB88-45BE-B3A6-5E45415B7D6B}"/>
    <dgm:cxn modelId="{12E1BC80-9517-464E-9A69-DE8574A1C6FD}" type="presOf" srcId="{A5935920-2DBC-48EF-88AA-1B305AFC6F0A}" destId="{63FBEA8C-4CED-45E6-B84B-892C1F701B59}" srcOrd="0" destOrd="0" presId="urn:microsoft.com/office/officeart/2005/8/layout/hierarchy3"/>
    <dgm:cxn modelId="{B1EC369F-43CE-45A6-A6A4-826F974197BB}" type="presOf" srcId="{B5A1936E-AA6A-4F79-A728-E657214545B1}" destId="{6AC9A8A4-3C85-4027-B558-683BEB0FBBE6}" srcOrd="0" destOrd="0" presId="urn:microsoft.com/office/officeart/2005/8/layout/hierarchy3"/>
    <dgm:cxn modelId="{6FD407A1-AB98-49C7-A46C-1F1676266DE2}" type="presOf" srcId="{B5D043AB-0A5D-4E2D-9DDA-9614642408CD}" destId="{8CF79145-71FF-4BB6-B9EC-AE07968C0D79}" srcOrd="1" destOrd="0" presId="urn:microsoft.com/office/officeart/2005/8/layout/hierarchy3"/>
    <dgm:cxn modelId="{47C723AF-2B6E-47E1-A43D-6C4519B988F9}" type="presOf" srcId="{F129DB3E-6DD8-4628-86D4-27C7A6B25936}" destId="{3EA52FA8-8FA1-4B69-8AC7-8D552F3A9B9A}" srcOrd="0" destOrd="0" presId="urn:microsoft.com/office/officeart/2005/8/layout/hierarchy3"/>
    <dgm:cxn modelId="{6DF075CE-820C-4A88-B8D5-F0D2E323C21B}" srcId="{E2E567F0-F23C-4D96-A3BB-6814210B6EAA}" destId="{7D56F92B-797E-428F-A57C-3BF1B35CE009}" srcOrd="3" destOrd="0" parTransId="{3309BFA0-10CA-417D-8C66-BC9AF120D383}" sibTransId="{2961CF51-0609-4920-B352-83B5E3BAAC28}"/>
    <dgm:cxn modelId="{9AD46AD3-6F8C-4632-8170-27E575DD4517}" type="presOf" srcId="{8E53610E-A045-4B44-A708-9E1380C244D0}" destId="{AC092207-2210-4B54-821B-A8E6497C2E6A}" srcOrd="1" destOrd="0" presId="urn:microsoft.com/office/officeart/2005/8/layout/hierarchy3"/>
    <dgm:cxn modelId="{014737D6-0500-45EE-8934-FE3DEE748067}" type="presOf" srcId="{1BD7EDEB-68D6-4D3A-AAF0-BB1C88F79A0E}" destId="{FA5481BF-370C-4AA3-8F1A-3816ED3DFC36}" srcOrd="0" destOrd="0" presId="urn:microsoft.com/office/officeart/2005/8/layout/hierarchy3"/>
    <dgm:cxn modelId="{4444C0DA-F36C-4420-9DAF-5A70FCBEBC80}" type="presOf" srcId="{B0B8F516-A4FE-4F51-AE24-0C9E3EC392D1}" destId="{6ECFE7F3-9809-4B68-BD90-3783B7CEA285}" srcOrd="1" destOrd="0" presId="urn:microsoft.com/office/officeart/2005/8/layout/hierarchy3"/>
    <dgm:cxn modelId="{8FCB85E5-50DD-4930-B173-8DEA452D9D4B}" srcId="{E2E567F0-F23C-4D96-A3BB-6814210B6EAA}" destId="{B5D043AB-0A5D-4E2D-9DDA-9614642408CD}" srcOrd="1" destOrd="0" parTransId="{E4ABBA3F-F3B9-4631-A767-84EE43A83E56}" sibTransId="{C60CDAA0-F5EC-4E21-89C3-34F0E458149B}"/>
    <dgm:cxn modelId="{1A5B9FEF-94D6-4FF8-B012-B34C5BA75AE9}" srcId="{B5D043AB-0A5D-4E2D-9DDA-9614642408CD}" destId="{A5935920-2DBC-48EF-88AA-1B305AFC6F0A}" srcOrd="0" destOrd="0" parTransId="{B5A1936E-AA6A-4F79-A728-E657214545B1}" sibTransId="{6DFC27AA-17C8-41D4-A108-05D33ACF566C}"/>
    <dgm:cxn modelId="{AB3A12FA-DD78-4DF0-92D8-7DDC976C28E8}" type="presOf" srcId="{0C6102B2-792C-42C7-A088-F90E3A8C2256}" destId="{0BF9EC27-15EC-4479-8F96-72150CA4BF61}" srcOrd="0" destOrd="0" presId="urn:microsoft.com/office/officeart/2005/8/layout/hierarchy3"/>
    <dgm:cxn modelId="{58DE28A3-047C-4D58-A0EB-E128EB792780}" type="presParOf" srcId="{0F0C4656-C0BB-490B-8F9E-28123A56CB76}" destId="{FF9A5C38-3427-491E-93F9-ADA5CDFAF313}" srcOrd="0" destOrd="0" presId="urn:microsoft.com/office/officeart/2005/8/layout/hierarchy3"/>
    <dgm:cxn modelId="{5A394A70-E606-4462-ADC2-BE43ACC1C543}" type="presParOf" srcId="{FF9A5C38-3427-491E-93F9-ADA5CDFAF313}" destId="{5F46005E-6C82-4E6E-9CEE-17C1AB4C625C}" srcOrd="0" destOrd="0" presId="urn:microsoft.com/office/officeart/2005/8/layout/hierarchy3"/>
    <dgm:cxn modelId="{81CB5EEE-4D0D-48CF-A9A1-EBE9C1433193}" type="presParOf" srcId="{5F46005E-6C82-4E6E-9CEE-17C1AB4C625C}" destId="{2E9364AD-72DE-4653-9B60-F22109A66C34}" srcOrd="0" destOrd="0" presId="urn:microsoft.com/office/officeart/2005/8/layout/hierarchy3"/>
    <dgm:cxn modelId="{FB7D7949-2C3B-4FCB-A012-A7329F1FC1A1}" type="presParOf" srcId="{5F46005E-6C82-4E6E-9CEE-17C1AB4C625C}" destId="{6ECFE7F3-9809-4B68-BD90-3783B7CEA285}" srcOrd="1" destOrd="0" presId="urn:microsoft.com/office/officeart/2005/8/layout/hierarchy3"/>
    <dgm:cxn modelId="{77088408-4BA2-4473-AA27-17101D2CA788}" type="presParOf" srcId="{FF9A5C38-3427-491E-93F9-ADA5CDFAF313}" destId="{E7134637-034A-46F6-B710-5C6586176F27}" srcOrd="1" destOrd="0" presId="urn:microsoft.com/office/officeart/2005/8/layout/hierarchy3"/>
    <dgm:cxn modelId="{E1B18EF5-994E-4E9A-B768-D341DB12DAEF}" type="presParOf" srcId="{E7134637-034A-46F6-B710-5C6586176F27}" destId="{0BF9EC27-15EC-4479-8F96-72150CA4BF61}" srcOrd="0" destOrd="0" presId="urn:microsoft.com/office/officeart/2005/8/layout/hierarchy3"/>
    <dgm:cxn modelId="{58B3ED51-8B7C-4E2B-933F-E91ED074C73C}" type="presParOf" srcId="{E7134637-034A-46F6-B710-5C6586176F27}" destId="{3EA52FA8-8FA1-4B69-8AC7-8D552F3A9B9A}" srcOrd="1" destOrd="0" presId="urn:microsoft.com/office/officeart/2005/8/layout/hierarchy3"/>
    <dgm:cxn modelId="{2C4BFB8C-6F12-41A4-81F5-D70682500626}" type="presParOf" srcId="{0F0C4656-C0BB-490B-8F9E-28123A56CB76}" destId="{9D040C0F-C500-4D67-8C5A-6D04DB3305CC}" srcOrd="1" destOrd="0" presId="urn:microsoft.com/office/officeart/2005/8/layout/hierarchy3"/>
    <dgm:cxn modelId="{1352D63E-5074-44B3-88AC-218242A16FD8}" type="presParOf" srcId="{9D040C0F-C500-4D67-8C5A-6D04DB3305CC}" destId="{438CCF18-6022-470D-9F81-2520BCF89B5A}" srcOrd="0" destOrd="0" presId="urn:microsoft.com/office/officeart/2005/8/layout/hierarchy3"/>
    <dgm:cxn modelId="{C7F9157E-CCD9-4EF4-A332-F4E55D04A474}" type="presParOf" srcId="{438CCF18-6022-470D-9F81-2520BCF89B5A}" destId="{64973666-6046-4506-AD9A-99A1E72CF07B}" srcOrd="0" destOrd="0" presId="urn:microsoft.com/office/officeart/2005/8/layout/hierarchy3"/>
    <dgm:cxn modelId="{4960F380-7649-4414-BEC1-9CE265FB3311}" type="presParOf" srcId="{438CCF18-6022-470D-9F81-2520BCF89B5A}" destId="{8CF79145-71FF-4BB6-B9EC-AE07968C0D79}" srcOrd="1" destOrd="0" presId="urn:microsoft.com/office/officeart/2005/8/layout/hierarchy3"/>
    <dgm:cxn modelId="{7F8FE095-B7E8-4FC5-A3D4-19319115B160}" type="presParOf" srcId="{9D040C0F-C500-4D67-8C5A-6D04DB3305CC}" destId="{FCB14161-A310-481E-A194-1E3FDE30DEC1}" srcOrd="1" destOrd="0" presId="urn:microsoft.com/office/officeart/2005/8/layout/hierarchy3"/>
    <dgm:cxn modelId="{EBA0B308-F8DC-41BC-A9FD-3E4E55ACA0BF}" type="presParOf" srcId="{FCB14161-A310-481E-A194-1E3FDE30DEC1}" destId="{6AC9A8A4-3C85-4027-B558-683BEB0FBBE6}" srcOrd="0" destOrd="0" presId="urn:microsoft.com/office/officeart/2005/8/layout/hierarchy3"/>
    <dgm:cxn modelId="{A2649FF7-9324-42B4-9DFD-1463D1A8797A}" type="presParOf" srcId="{FCB14161-A310-481E-A194-1E3FDE30DEC1}" destId="{63FBEA8C-4CED-45E6-B84B-892C1F701B59}" srcOrd="1" destOrd="0" presId="urn:microsoft.com/office/officeart/2005/8/layout/hierarchy3"/>
    <dgm:cxn modelId="{72EC167D-DF54-47E2-A787-F46E0BFDC6AD}" type="presParOf" srcId="{0F0C4656-C0BB-490B-8F9E-28123A56CB76}" destId="{65A6A218-E8ED-40A1-8717-F0913C253CA7}" srcOrd="2" destOrd="0" presId="urn:microsoft.com/office/officeart/2005/8/layout/hierarchy3"/>
    <dgm:cxn modelId="{6718F2A6-8AA7-40ED-82BF-B9276A7701CF}" type="presParOf" srcId="{65A6A218-E8ED-40A1-8717-F0913C253CA7}" destId="{712A8B44-17F4-415F-8F8C-47DEE19E4543}" srcOrd="0" destOrd="0" presId="urn:microsoft.com/office/officeart/2005/8/layout/hierarchy3"/>
    <dgm:cxn modelId="{33736AD4-15EF-47E4-A84D-BEFB3783982E}" type="presParOf" srcId="{712A8B44-17F4-415F-8F8C-47DEE19E4543}" destId="{DD86FD8D-CEDB-49AF-B56C-C24E47F6BDD1}" srcOrd="0" destOrd="0" presId="urn:microsoft.com/office/officeart/2005/8/layout/hierarchy3"/>
    <dgm:cxn modelId="{B4A0814A-7D6B-47D3-B199-60EEF96F041E}" type="presParOf" srcId="{712A8B44-17F4-415F-8F8C-47DEE19E4543}" destId="{AC092207-2210-4B54-821B-A8E6497C2E6A}" srcOrd="1" destOrd="0" presId="urn:microsoft.com/office/officeart/2005/8/layout/hierarchy3"/>
    <dgm:cxn modelId="{CE07E955-4D09-4016-BB19-04A230BB9D27}" type="presParOf" srcId="{65A6A218-E8ED-40A1-8717-F0913C253CA7}" destId="{F37212C2-7904-46AD-8CFC-B220A0173AAE}" srcOrd="1" destOrd="0" presId="urn:microsoft.com/office/officeart/2005/8/layout/hierarchy3"/>
    <dgm:cxn modelId="{3666589C-BE12-47CC-9D78-C7B93767A83A}" type="presParOf" srcId="{F37212C2-7904-46AD-8CFC-B220A0173AAE}" destId="{ABCC8F8B-D52C-4DAD-A140-FE4DAA0DB913}" srcOrd="0" destOrd="0" presId="urn:microsoft.com/office/officeart/2005/8/layout/hierarchy3"/>
    <dgm:cxn modelId="{8742AD11-C5EA-4C7C-8DA9-758BBB433F37}" type="presParOf" srcId="{F37212C2-7904-46AD-8CFC-B220A0173AAE}" destId="{FA5481BF-370C-4AA3-8F1A-3816ED3DFC36}" srcOrd="1" destOrd="0" presId="urn:microsoft.com/office/officeart/2005/8/layout/hierarchy3"/>
    <dgm:cxn modelId="{DC1DCE11-A38E-4183-9595-1BA5C8E23A14}" type="presParOf" srcId="{0F0C4656-C0BB-490B-8F9E-28123A56CB76}" destId="{FB9E1E88-492A-466F-B5F9-0CF3E48DEB9A}" srcOrd="3" destOrd="0" presId="urn:microsoft.com/office/officeart/2005/8/layout/hierarchy3"/>
    <dgm:cxn modelId="{FC99596C-ED30-4EC4-8862-BA8B7A97EA9A}" type="presParOf" srcId="{FB9E1E88-492A-466F-B5F9-0CF3E48DEB9A}" destId="{65086A98-BA4D-41EE-97C0-117A39A48B25}" srcOrd="0" destOrd="0" presId="urn:microsoft.com/office/officeart/2005/8/layout/hierarchy3"/>
    <dgm:cxn modelId="{BBC2A22D-520B-4564-979C-0BBEC8E61BF5}" type="presParOf" srcId="{65086A98-BA4D-41EE-97C0-117A39A48B25}" destId="{6AF3E7FC-0974-445B-8F04-DB8B7D46FE2C}" srcOrd="0" destOrd="0" presId="urn:microsoft.com/office/officeart/2005/8/layout/hierarchy3"/>
    <dgm:cxn modelId="{50DFA6ED-68C8-443D-90B9-B3B7223D1208}" type="presParOf" srcId="{65086A98-BA4D-41EE-97C0-117A39A48B25}" destId="{92B3040B-B42C-4C24-B0A0-27FB0D43CDC1}" srcOrd="1" destOrd="0" presId="urn:microsoft.com/office/officeart/2005/8/layout/hierarchy3"/>
    <dgm:cxn modelId="{B1EF2635-971A-4F9A-8B7F-17B4EBBA952C}" type="presParOf" srcId="{FB9E1E88-492A-466F-B5F9-0CF3E48DEB9A}" destId="{857947AA-6FCE-4F11-A381-9F0823B94F04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B95C4F-9B3F-4711-8983-B5F9ADA46D27}">
      <dsp:nvSpPr>
        <dsp:cNvPr id="0" name=""/>
        <dsp:cNvSpPr/>
      </dsp:nvSpPr>
      <dsp:spPr>
        <a:xfrm>
          <a:off x="0" y="512222"/>
          <a:ext cx="5603327" cy="10179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Forward Kinematics: 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Strut lengths -&gt; Position and Orientation of Top Plate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 dirty="0"/>
        </a:p>
      </dsp:txBody>
      <dsp:txXfrm>
        <a:off x="49690" y="561912"/>
        <a:ext cx="5503947" cy="918520"/>
      </dsp:txXfrm>
    </dsp:sp>
    <dsp:sp modelId="{07ED3E8A-C257-4CF4-A229-F31C9FEDB783}">
      <dsp:nvSpPr>
        <dsp:cNvPr id="0" name=""/>
        <dsp:cNvSpPr/>
      </dsp:nvSpPr>
      <dsp:spPr>
        <a:xfrm>
          <a:off x="0" y="1573322"/>
          <a:ext cx="5603327" cy="10179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Inverse Kinematics: 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Position and Orientation of Top Plate -&gt; Strut lengths</a:t>
          </a:r>
        </a:p>
      </dsp:txBody>
      <dsp:txXfrm>
        <a:off x="49690" y="1623012"/>
        <a:ext cx="5503947" cy="918520"/>
      </dsp:txXfrm>
    </dsp:sp>
    <dsp:sp modelId="{017886A1-E079-4BFC-B714-A95473E875C9}">
      <dsp:nvSpPr>
        <dsp:cNvPr id="0" name=""/>
        <dsp:cNvSpPr/>
      </dsp:nvSpPr>
      <dsp:spPr>
        <a:xfrm>
          <a:off x="0" y="2634422"/>
          <a:ext cx="5603327" cy="10179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hlinkClick xmlns:r="http://schemas.openxmlformats.org/officeDocument/2006/relationships" r:id="rId1"/>
            </a:rPr>
            <a:t>https://github.com/kodandachalla/Hexapod_Inverse_Kinematics</a:t>
          </a:r>
          <a:endParaRPr lang="en-US" sz="1500" kern="1200" dirty="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hlinkClick xmlns:r="http://schemas.openxmlformats.org/officeDocument/2006/relationships" r:id="rId2"/>
            </a:rPr>
            <a:t>https://github.com/kodandachalla/Hexapod_Forward_Kinematics</a:t>
          </a:r>
          <a:endParaRPr lang="en-US" sz="1500" kern="1200" dirty="0"/>
        </a:p>
      </dsp:txBody>
      <dsp:txXfrm>
        <a:off x="49690" y="2684112"/>
        <a:ext cx="5503947" cy="9185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9364AD-72DE-4653-9B60-F22109A66C34}">
      <dsp:nvSpPr>
        <dsp:cNvPr id="0" name=""/>
        <dsp:cNvSpPr/>
      </dsp:nvSpPr>
      <dsp:spPr>
        <a:xfrm>
          <a:off x="1590" y="562171"/>
          <a:ext cx="1828130" cy="91406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b="1" i="0" kern="1200"/>
            <a:t>Case 1: </a:t>
          </a:r>
          <a:r>
            <a:rPr lang="en-US" sz="1300" b="1" kern="1200" spc="-45">
              <a:latin typeface="+mn-lt"/>
              <a:ea typeface="+mn-ea"/>
              <a:cs typeface="+mn-cs"/>
            </a:rPr>
            <a:t>Kept all gauges at Zero position</a:t>
          </a:r>
          <a:endParaRPr lang="en-US" sz="1300" b="1" kern="1200"/>
        </a:p>
      </dsp:txBody>
      <dsp:txXfrm>
        <a:off x="28362" y="588943"/>
        <a:ext cx="1774586" cy="860521"/>
      </dsp:txXfrm>
    </dsp:sp>
    <dsp:sp modelId="{0BF9EC27-15EC-4479-8F96-72150CA4BF61}">
      <dsp:nvSpPr>
        <dsp:cNvPr id="0" name=""/>
        <dsp:cNvSpPr/>
      </dsp:nvSpPr>
      <dsp:spPr>
        <a:xfrm>
          <a:off x="184403" y="1476236"/>
          <a:ext cx="182813" cy="6855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85548"/>
              </a:lnTo>
              <a:lnTo>
                <a:pt x="182813" y="685548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A52FA8-8FA1-4B69-8AC7-8D552F3A9B9A}">
      <dsp:nvSpPr>
        <dsp:cNvPr id="0" name=""/>
        <dsp:cNvSpPr/>
      </dsp:nvSpPr>
      <dsp:spPr>
        <a:xfrm>
          <a:off x="367216" y="1704752"/>
          <a:ext cx="1462504" cy="91406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Calculate leg lengths using inverse kinematics (MATLAB -Simulink) and store it as Case1</a:t>
          </a:r>
        </a:p>
      </dsp:txBody>
      <dsp:txXfrm>
        <a:off x="393988" y="1731524"/>
        <a:ext cx="1408960" cy="860521"/>
      </dsp:txXfrm>
    </dsp:sp>
    <dsp:sp modelId="{64973666-6046-4506-AD9A-99A1E72CF07B}">
      <dsp:nvSpPr>
        <dsp:cNvPr id="0" name=""/>
        <dsp:cNvSpPr/>
      </dsp:nvSpPr>
      <dsp:spPr>
        <a:xfrm>
          <a:off x="2286753" y="562171"/>
          <a:ext cx="1828130" cy="91406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b="1" i="0" kern="1200" dirty="0"/>
            <a:t>Case 2: Adjust leg lengths manually </a:t>
          </a:r>
          <a:r>
            <a:rPr lang="en-US" sz="1300" b="1" kern="1200" dirty="0"/>
            <a:t>Leg 5 and 6 increased by 4mm rest all at Zero position</a:t>
          </a:r>
        </a:p>
      </dsp:txBody>
      <dsp:txXfrm>
        <a:off x="2313525" y="588943"/>
        <a:ext cx="1774586" cy="860521"/>
      </dsp:txXfrm>
    </dsp:sp>
    <dsp:sp modelId="{6AC9A8A4-3C85-4027-B558-683BEB0FBBE6}">
      <dsp:nvSpPr>
        <dsp:cNvPr id="0" name=""/>
        <dsp:cNvSpPr/>
      </dsp:nvSpPr>
      <dsp:spPr>
        <a:xfrm>
          <a:off x="2469566" y="1476236"/>
          <a:ext cx="182813" cy="6855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85548"/>
              </a:lnTo>
              <a:lnTo>
                <a:pt x="182813" y="685548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FBEA8C-4CED-45E6-B84B-892C1F701B59}">
      <dsp:nvSpPr>
        <dsp:cNvPr id="0" name=""/>
        <dsp:cNvSpPr/>
      </dsp:nvSpPr>
      <dsp:spPr>
        <a:xfrm>
          <a:off x="2652379" y="1704752"/>
          <a:ext cx="1462504" cy="91406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Repeat all steps of case 1 and Calculate leg lengths using inverse kinematics (MATLAB -Simulink) and store it as Case2</a:t>
          </a:r>
        </a:p>
      </dsp:txBody>
      <dsp:txXfrm>
        <a:off x="2679151" y="1731524"/>
        <a:ext cx="1408960" cy="860521"/>
      </dsp:txXfrm>
    </dsp:sp>
    <dsp:sp modelId="{DD86FD8D-CEDB-49AF-B56C-C24E47F6BDD1}">
      <dsp:nvSpPr>
        <dsp:cNvPr id="0" name=""/>
        <dsp:cNvSpPr/>
      </dsp:nvSpPr>
      <dsp:spPr>
        <a:xfrm>
          <a:off x="4571916" y="562171"/>
          <a:ext cx="1828130" cy="91406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b="1" i="0" kern="1200" dirty="0"/>
            <a:t>Case 3: </a:t>
          </a:r>
          <a:r>
            <a:rPr lang="en-US" sz="1300" b="1" kern="1200" spc="-45" dirty="0">
              <a:latin typeface="+mn-lt"/>
              <a:ea typeface="+mn-ea"/>
              <a:cs typeface="+mn-cs"/>
            </a:rPr>
            <a:t>Kept all gauges at +4mm and leg1 at zero position</a:t>
          </a:r>
          <a:endParaRPr lang="en-US" sz="1300" b="1" kern="1200" dirty="0"/>
        </a:p>
      </dsp:txBody>
      <dsp:txXfrm>
        <a:off x="4598688" y="588943"/>
        <a:ext cx="1774586" cy="860521"/>
      </dsp:txXfrm>
    </dsp:sp>
    <dsp:sp modelId="{ABCC8F8B-D52C-4DAD-A140-FE4DAA0DB913}">
      <dsp:nvSpPr>
        <dsp:cNvPr id="0" name=""/>
        <dsp:cNvSpPr/>
      </dsp:nvSpPr>
      <dsp:spPr>
        <a:xfrm>
          <a:off x="4754729" y="1476236"/>
          <a:ext cx="182813" cy="6855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85548"/>
              </a:lnTo>
              <a:lnTo>
                <a:pt x="182813" y="685548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5481BF-370C-4AA3-8F1A-3816ED3DFC36}">
      <dsp:nvSpPr>
        <dsp:cNvPr id="0" name=""/>
        <dsp:cNvSpPr/>
      </dsp:nvSpPr>
      <dsp:spPr>
        <a:xfrm>
          <a:off x="4937542" y="1704752"/>
          <a:ext cx="1462504" cy="91406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Repeat all steps of case 1 and Calculate leg lengths using inverse kinematics (MATLAB -Simulink) and store it as Case3</a:t>
          </a:r>
        </a:p>
      </dsp:txBody>
      <dsp:txXfrm>
        <a:off x="4964314" y="1731524"/>
        <a:ext cx="1408960" cy="860521"/>
      </dsp:txXfrm>
    </dsp:sp>
    <dsp:sp modelId="{6AF3E7FC-0974-445B-8F04-DB8B7D46FE2C}">
      <dsp:nvSpPr>
        <dsp:cNvPr id="0" name=""/>
        <dsp:cNvSpPr/>
      </dsp:nvSpPr>
      <dsp:spPr>
        <a:xfrm>
          <a:off x="6857079" y="562171"/>
          <a:ext cx="1828130" cy="91406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b="1" i="0" kern="1200" dirty="0"/>
            <a:t>Verify change: 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b="1" i="0" kern="1200" dirty="0"/>
            <a:t>Case 1 Lenths + increments = Case 2 or 3 Lenths</a:t>
          </a:r>
          <a:endParaRPr lang="en-US" sz="1300" b="1" kern="1200" dirty="0"/>
        </a:p>
      </dsp:txBody>
      <dsp:txXfrm>
        <a:off x="6883851" y="588943"/>
        <a:ext cx="1774586" cy="8605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06D401-1CBB-434D-92DE-8551247F45D9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6522FB-CEB9-4750-9BE6-D8C28FB0D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580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522FB-CEB9-4750-9BE6-D8C28FB0DE9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283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522FB-CEB9-4750-9BE6-D8C28FB0DE9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725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763" y="1185925"/>
            <a:ext cx="804545" cy="0"/>
          </a:xfrm>
          <a:custGeom>
            <a:avLst/>
            <a:gdLst/>
            <a:ahLst/>
            <a:cxnLst/>
            <a:rect l="l" t="t" r="r" b="b"/>
            <a:pathLst>
              <a:path w="804545">
                <a:moveTo>
                  <a:pt x="0" y="0"/>
                </a:moveTo>
                <a:lnTo>
                  <a:pt x="804188" y="0"/>
                </a:lnTo>
              </a:path>
            </a:pathLst>
          </a:custGeom>
          <a:ln w="857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24267" y="932751"/>
            <a:ext cx="5606732" cy="18275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67764" y="2398077"/>
            <a:ext cx="9611360" cy="3460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82094" y="6502692"/>
            <a:ext cx="215900" cy="1657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odandachalla/Hexapod_Calibration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odandachalla/Hexapod_Calibration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github.com/kodandachalla/Hexapod_Calibration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2.bin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F8446B12-7391-4711-8B31-112A0B896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2" y="1524000"/>
            <a:ext cx="6143626" cy="140040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/>
          <a:p>
            <a:pPr marL="12700" marR="5080" algn="l" rtl="0">
              <a:lnSpc>
                <a:spcPct val="90000"/>
              </a:lnSpc>
              <a:spcBef>
                <a:spcPct val="0"/>
              </a:spcBef>
            </a:pPr>
            <a:r>
              <a:rPr lang="en-US" sz="4800" kern="1200" spc="135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STEWART </a:t>
            </a:r>
            <a:r>
              <a:rPr lang="en-US" sz="4800" kern="1200" spc="13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PLATFORM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96200" y="5334000"/>
            <a:ext cx="3494088" cy="10178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l" rtl="0">
              <a:lnSpc>
                <a:spcPct val="90000"/>
              </a:lnSpc>
              <a:spcBef>
                <a:spcPts val="1000"/>
              </a:spcBef>
            </a:pPr>
            <a:r>
              <a:rPr lang="en-US" sz="2400" kern="1200" spc="-105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by</a:t>
            </a:r>
            <a:r>
              <a:rPr lang="en-US" sz="2400" kern="1200" spc="-17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 algn="l" rtl="0">
              <a:lnSpc>
                <a:spcPct val="90000"/>
              </a:lnSpc>
              <a:spcBef>
                <a:spcPts val="1000"/>
              </a:spcBef>
            </a:pPr>
            <a:r>
              <a:rPr lang="en-US" sz="2400" kern="1200" spc="-17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	</a:t>
            </a:r>
            <a:r>
              <a:rPr lang="en-US" sz="2400" kern="1200" spc="-1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KODANDA</a:t>
            </a:r>
            <a:r>
              <a:rPr lang="en-US" sz="2400" kern="1200" spc="-204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spc="-1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CHALLA</a:t>
            </a:r>
            <a:endParaRPr lang="en-US" sz="24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C0B7807-0C83-4963-821A-69B172722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12192000" cy="757168"/>
            <a:chOff x="0" y="2959818"/>
            <a:chExt cx="12192000" cy="757168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B027EC7-3252-48A2-A7A4-1741F72E47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EBC51E4-7477-4290-BBD0-18AD942C3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" name="object 4"/>
          <p:cNvSpPr/>
          <p:nvPr/>
        </p:nvSpPr>
        <p:spPr>
          <a:xfrm>
            <a:off x="0" y="1152588"/>
            <a:ext cx="799465" cy="85725"/>
          </a:xfrm>
          <a:custGeom>
            <a:avLst/>
            <a:gdLst/>
            <a:ahLst/>
            <a:cxnLst/>
            <a:rect l="l" t="t" r="r" b="b"/>
            <a:pathLst>
              <a:path w="799465" h="85725">
                <a:moveTo>
                  <a:pt x="799426" y="0"/>
                </a:moveTo>
                <a:lnTo>
                  <a:pt x="0" y="0"/>
                </a:lnTo>
                <a:lnTo>
                  <a:pt x="0" y="85725"/>
                </a:lnTo>
                <a:lnTo>
                  <a:pt x="799426" y="85725"/>
                </a:lnTo>
                <a:lnTo>
                  <a:pt x="7994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rcRect t="2266" r="1" b="1"/>
          <a:stretch/>
        </p:blipFill>
        <p:spPr>
          <a:xfrm>
            <a:off x="6191245" y="-1"/>
            <a:ext cx="6000750" cy="3988028"/>
          </a:xfrm>
          <a:custGeom>
            <a:avLst/>
            <a:gdLst/>
            <a:ahLst/>
            <a:cxnLst/>
            <a:rect l="l" t="t" r="r" b="b"/>
            <a:pathLst>
              <a:path w="6000750" h="3988028">
                <a:moveTo>
                  <a:pt x="0" y="0"/>
                </a:moveTo>
                <a:lnTo>
                  <a:pt x="6000750" y="0"/>
                </a:lnTo>
                <a:lnTo>
                  <a:pt x="6000750" y="797153"/>
                </a:lnTo>
                <a:lnTo>
                  <a:pt x="6000750" y="2634343"/>
                </a:lnTo>
                <a:lnTo>
                  <a:pt x="6000750" y="3911828"/>
                </a:lnTo>
                <a:lnTo>
                  <a:pt x="3248025" y="3988028"/>
                </a:lnTo>
                <a:lnTo>
                  <a:pt x="0" y="3780026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9055" marR="5080" algn="l" rtl="0">
              <a:lnSpc>
                <a:spcPct val="90000"/>
              </a:lnSpc>
              <a:spcBef>
                <a:spcPct val="0"/>
              </a:spcBef>
            </a:pPr>
            <a:r>
              <a:rPr lang="en-US" sz="3600" kern="1200" spc="-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Forward </a:t>
            </a:r>
            <a:r>
              <a:rPr lang="en-US" sz="3600" kern="1200" spc="-65">
                <a:solidFill>
                  <a:schemeClr val="tx1"/>
                </a:solidFill>
                <a:latin typeface="+mj-lt"/>
                <a:ea typeface="+mj-ea"/>
                <a:cs typeface="+mj-cs"/>
              </a:rPr>
              <a:t>Kinematics</a:t>
            </a:r>
            <a:endParaRPr lang="en-US" sz="3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45029" y="2524721"/>
            <a:ext cx="4991629" cy="36771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1300" marR="5080" indent="-228600" algn="l" rtl="0">
              <a:lnSpc>
                <a:spcPct val="9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1500" b="1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Forward</a:t>
            </a:r>
            <a:r>
              <a:rPr lang="en-US" sz="1500" b="1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b="1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kinematics</a:t>
            </a:r>
            <a:r>
              <a:rPr lang="en-US" sz="1500" b="1" kern="1200" spc="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involves</a:t>
            </a:r>
            <a:r>
              <a:rPr lang="en-US" sz="15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determining</a:t>
            </a:r>
            <a:r>
              <a:rPr lang="en-US" sz="1500" kern="1200" spc="-1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500" kern="1200" spc="-1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position</a:t>
            </a:r>
            <a:r>
              <a:rPr lang="en-US" sz="1500" kern="1200" spc="-10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1500" kern="1200" spc="-1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orientation</a:t>
            </a:r>
            <a:r>
              <a:rPr lang="en-US" sz="1500" kern="1200" spc="-10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15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5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top </a:t>
            </a:r>
            <a:r>
              <a:rPr lang="en-US" sz="15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platform</a:t>
            </a:r>
            <a:r>
              <a:rPr lang="en-US" sz="1500" kern="1200" spc="-1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given</a:t>
            </a:r>
            <a:r>
              <a:rPr lang="en-US" sz="1500" kern="1200" spc="-10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5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lengths</a:t>
            </a:r>
            <a:r>
              <a:rPr lang="en-US" sz="1500" kern="1200" spc="-1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15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500" kern="1200" spc="-1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six</a:t>
            </a:r>
            <a:r>
              <a:rPr lang="en-US" sz="15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struts.</a:t>
            </a:r>
            <a:r>
              <a:rPr lang="en-US" sz="15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en-US" sz="15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means</a:t>
            </a:r>
            <a:r>
              <a:rPr lang="en-US" sz="15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calculating where</a:t>
            </a:r>
            <a:r>
              <a:rPr lang="en-US" sz="1500" kern="1200" spc="-1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5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 </a:t>
            </a:r>
            <a:r>
              <a:rPr lang="en-US" sz="15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platform</a:t>
            </a:r>
            <a:r>
              <a:rPr lang="en-US" sz="1500" kern="1200" spc="-1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en-US" sz="15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15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</a:t>
            </a:r>
            <a:r>
              <a:rPr lang="en-US" sz="1500" kern="1200" spc="-1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en-US" sz="15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en-US" sz="15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oriented</a:t>
            </a:r>
            <a:r>
              <a:rPr lang="en-US" sz="1500" kern="1200" spc="-1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sz="15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3D</a:t>
            </a:r>
            <a:r>
              <a:rPr lang="en-US" sz="1500" kern="1200" spc="-1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space</a:t>
            </a:r>
            <a:r>
              <a:rPr lang="en-US" sz="1500" kern="1200" spc="-114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based</a:t>
            </a:r>
            <a:r>
              <a:rPr lang="en-US" sz="15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</a:t>
            </a:r>
            <a:r>
              <a:rPr lang="en-US" sz="1500" kern="1200" spc="-1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500" kern="1200" spc="-1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known</a:t>
            </a:r>
            <a:r>
              <a:rPr lang="en-US" sz="1500" kern="1200" spc="-1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strut</a:t>
            </a:r>
            <a:r>
              <a:rPr lang="en-US" sz="15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lengths.</a:t>
            </a:r>
            <a:endParaRPr lang="en-US" sz="15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1300" indent="-228600" algn="l" rtl="0">
              <a:lnSpc>
                <a:spcPct val="90000"/>
              </a:lnSpc>
              <a:spcBef>
                <a:spcPts val="1305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15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Steps:</a:t>
            </a:r>
            <a:endParaRPr lang="en-US" sz="15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515620" lvl="1" indent="-228600" algn="l" rtl="0">
              <a:lnSpc>
                <a:spcPct val="90000"/>
              </a:lnSpc>
              <a:spcBef>
                <a:spcPts val="710"/>
              </a:spcBef>
              <a:buFont typeface="Arial" panose="020B0604020202020204" pitchFamily="34" charset="0"/>
              <a:buChar char="•"/>
              <a:tabLst>
                <a:tab pos="515620" algn="l"/>
              </a:tabLst>
            </a:pPr>
            <a:r>
              <a:rPr lang="en-US" sz="1500" b="1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Input:</a:t>
            </a:r>
            <a:r>
              <a:rPr lang="en-US" sz="1500" b="1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Known</a:t>
            </a:r>
            <a:r>
              <a:rPr lang="en-US" sz="1500" kern="1200" spc="-10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lengths</a:t>
            </a:r>
            <a:r>
              <a:rPr lang="en-US" sz="15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15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500" kern="1200" spc="-1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six</a:t>
            </a:r>
            <a:r>
              <a:rPr lang="en-US" sz="1500" kern="1200" spc="-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struts.</a:t>
            </a:r>
          </a:p>
          <a:p>
            <a:pPr marL="515620" lvl="1" indent="-228600" algn="l" rtl="0">
              <a:lnSpc>
                <a:spcPct val="90000"/>
              </a:lnSpc>
              <a:spcBef>
                <a:spcPts val="710"/>
              </a:spcBef>
              <a:buFont typeface="Arial" panose="020B0604020202020204" pitchFamily="34" charset="0"/>
              <a:buChar char="•"/>
              <a:tabLst>
                <a:tab pos="515620" algn="l"/>
              </a:tabLst>
            </a:pPr>
            <a:r>
              <a:rPr lang="en-US" sz="1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Process:</a:t>
            </a:r>
            <a:r>
              <a:rPr lang="en-US" sz="1500" b="1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</a:t>
            </a:r>
            <a:r>
              <a:rPr lang="en-US" sz="15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geometric</a:t>
            </a:r>
            <a:r>
              <a:rPr lang="en-US" sz="15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1500" kern="1200" spc="-114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trigonometric</a:t>
            </a:r>
            <a:r>
              <a:rPr lang="en-US" sz="15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relationships</a:t>
            </a:r>
            <a:r>
              <a:rPr lang="en-US" sz="1500" kern="1200" spc="-10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15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compute</a:t>
            </a:r>
            <a:r>
              <a: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US" sz="15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position</a:t>
            </a:r>
            <a:r>
              <a:rPr lang="en-US" sz="1500" kern="1200" spc="-10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(x,</a:t>
            </a:r>
            <a:r>
              <a:rPr lang="en-US" sz="15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y,</a:t>
            </a:r>
            <a:r>
              <a:rPr lang="en-US" sz="15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z)</a:t>
            </a:r>
            <a:r>
              <a:rPr lang="en-US" sz="15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15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orientation</a:t>
            </a:r>
            <a:r>
              <a:rPr lang="en-US" sz="1500" kern="1200" spc="-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(roll,</a:t>
            </a:r>
            <a:r>
              <a:rPr lang="en-US" sz="15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pitch,</a:t>
            </a:r>
            <a:r>
              <a:rPr lang="en-US" sz="15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yaw)</a:t>
            </a:r>
            <a:r>
              <a:rPr lang="en-US" sz="15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15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500" kern="1200" spc="-1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</a:t>
            </a:r>
            <a:r>
              <a:rPr lang="en-US" sz="15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platform.</a:t>
            </a:r>
            <a:endParaRPr lang="en-US" sz="15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515620" lvl="1" indent="-228600" algn="l" rtl="0">
              <a:lnSpc>
                <a:spcPct val="90000"/>
              </a:lnSpc>
              <a:spcBef>
                <a:spcPts val="785"/>
              </a:spcBef>
              <a:buFont typeface="Arial" panose="020B0604020202020204" pitchFamily="34" charset="0"/>
              <a:buChar char="•"/>
              <a:tabLst>
                <a:tab pos="515620" algn="l"/>
              </a:tabLst>
            </a:pPr>
            <a:r>
              <a:rPr lang="en-US" sz="1500" b="1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Output:</a:t>
            </a:r>
            <a:r>
              <a:rPr lang="en-US" sz="1500" b="1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500" kern="1200" spc="-1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position</a:t>
            </a:r>
            <a:r>
              <a:rPr lang="en-US" sz="1500" kern="1200" spc="-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15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orientation</a:t>
            </a:r>
            <a:r>
              <a:rPr lang="en-US" sz="1500" kern="1200" spc="-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15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500" kern="1200" spc="-1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</a:t>
            </a:r>
            <a:r>
              <a:rPr lang="en-US" sz="1500" kern="1200" spc="-1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platform.</a:t>
            </a:r>
            <a:endParaRPr lang="en-US" sz="15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515620" marR="129539" lvl="1" indent="-228600" algn="l" rtl="0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tabLst>
                <a:tab pos="515620" algn="l"/>
              </a:tabLst>
            </a:pPr>
            <a:r>
              <a:rPr lang="en-US" sz="15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Forward</a:t>
            </a:r>
            <a:r>
              <a:rPr lang="en-US" sz="1500" kern="1200" spc="-1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kinematics</a:t>
            </a:r>
            <a:r>
              <a:rPr lang="en-US" sz="15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1500" kern="1200" spc="-1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15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Stewart</a:t>
            </a:r>
            <a:r>
              <a:rPr lang="en-US" sz="15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platform</a:t>
            </a:r>
            <a:r>
              <a:rPr lang="en-US" sz="15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en-US" sz="1500" kern="1200" spc="-1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generally</a:t>
            </a:r>
            <a:r>
              <a:rPr lang="en-US" sz="1500" kern="1200" spc="-1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complex</a:t>
            </a:r>
            <a:r>
              <a:rPr lang="en-US" sz="15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due</a:t>
            </a:r>
            <a:r>
              <a:rPr lang="en-US" sz="1500" kern="1200" spc="-1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15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US" sz="15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non-</a:t>
            </a:r>
            <a:r>
              <a:rPr lang="en-US" sz="15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</a:t>
            </a:r>
            <a:r>
              <a:rPr lang="en-US" sz="1500" kern="1200" spc="-1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relationships</a:t>
            </a:r>
            <a:r>
              <a:rPr lang="en-US" sz="1500" kern="1200" spc="-10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between</a:t>
            </a:r>
            <a:r>
              <a:rPr lang="en-US" sz="1500" kern="1200" spc="-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5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strut</a:t>
            </a:r>
            <a:r>
              <a:rPr lang="en-US" sz="15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lengths</a:t>
            </a:r>
            <a:r>
              <a:rPr lang="en-US" sz="15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15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5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platform’s</a:t>
            </a:r>
            <a:r>
              <a:rPr lang="en-US" sz="1500" kern="1200" spc="-1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pose.</a:t>
            </a:r>
            <a:endParaRPr lang="en-US" sz="15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23424" y="1235265"/>
            <a:ext cx="4223252" cy="457977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610600" y="649224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rtl="0">
              <a:spcBef>
                <a:spcPts val="80"/>
              </a:spcBef>
            </a:pPr>
            <a:fld id="{81D60167-4931-47E6-BA6A-407CBD079E47}" type="slidenum">
              <a:rPr lang="en-US" sz="1200" kern="1200" spc="-25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algn="r" rtl="0">
                <a:spcBef>
                  <a:spcPts val="80"/>
                </a:spcBef>
              </a:pPr>
              <a:t>2</a:t>
            </a:fld>
            <a:endParaRPr lang="en-US" sz="1200" kern="1200" spc="-25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52588"/>
            <a:ext cx="799465" cy="85725"/>
          </a:xfrm>
          <a:custGeom>
            <a:avLst/>
            <a:gdLst/>
            <a:ahLst/>
            <a:cxnLst/>
            <a:rect l="l" t="t" r="r" b="b"/>
            <a:pathLst>
              <a:path w="799465" h="85725">
                <a:moveTo>
                  <a:pt x="799426" y="0"/>
                </a:moveTo>
                <a:lnTo>
                  <a:pt x="0" y="0"/>
                </a:lnTo>
                <a:lnTo>
                  <a:pt x="0" y="85725"/>
                </a:lnTo>
                <a:lnTo>
                  <a:pt x="799426" y="85725"/>
                </a:lnTo>
                <a:lnTo>
                  <a:pt x="7994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0B8DCBA-FEED-46EF-A140-35B904015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9055" algn="l" rtl="0">
              <a:lnSpc>
                <a:spcPct val="90000"/>
              </a:lnSpc>
              <a:spcBef>
                <a:spcPct val="0"/>
              </a:spcBef>
            </a:pPr>
            <a:r>
              <a:rPr lang="en-US" sz="3600" kern="1200" spc="-185">
                <a:latin typeface="+mj-lt"/>
                <a:cs typeface="+mj-cs"/>
              </a:rPr>
              <a:t>Inverse</a:t>
            </a:r>
            <a:r>
              <a:rPr lang="en-US" sz="3600" kern="1200" spc="-220">
                <a:latin typeface="+mj-lt"/>
                <a:cs typeface="+mj-cs"/>
              </a:rPr>
              <a:t> </a:t>
            </a:r>
            <a:r>
              <a:rPr lang="en-US" sz="3600" kern="1200" spc="-55">
                <a:latin typeface="+mj-lt"/>
                <a:cs typeface="+mj-cs"/>
              </a:rPr>
              <a:t>kinematics</a:t>
            </a:r>
            <a:endParaRPr lang="en-US" sz="3600" kern="1200">
              <a:latin typeface="+mj-lt"/>
              <a:cs typeface="+mj-c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45029" y="2524721"/>
            <a:ext cx="4991629" cy="36771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1300" marR="5080" indent="-228600" algn="l" rtl="0">
              <a:lnSpc>
                <a:spcPct val="9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1500" b="1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Inverse</a:t>
            </a:r>
            <a:r>
              <a:rPr lang="en-US" sz="1500" b="1" kern="1200" spc="-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b="1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kinematics</a:t>
            </a:r>
            <a:r>
              <a:rPr lang="en-US" sz="1500" b="1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involves</a:t>
            </a:r>
            <a:r>
              <a:rPr lang="en-US" sz="15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determining</a:t>
            </a:r>
            <a:r>
              <a:rPr lang="en-US" sz="1500" kern="1200" spc="-1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500" kern="1200" spc="-10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required</a:t>
            </a:r>
            <a:r>
              <a:rPr lang="en-US" sz="15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lengths</a:t>
            </a:r>
            <a:r>
              <a:rPr lang="en-US" sz="1500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</a:t>
            </a:r>
            <a:r>
              <a:rPr lang="en-US" sz="1500" kern="1200" spc="-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500" kern="1200" spc="-10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six</a:t>
            </a:r>
            <a:r>
              <a:rPr lang="en-US" sz="1500" kern="1200" spc="-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struts</a:t>
            </a:r>
            <a:r>
              <a:rPr lang="en-US" sz="1500" kern="1200" spc="-1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</a:t>
            </a:r>
            <a:r>
              <a:rPr lang="en-US" sz="15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achieve</a:t>
            </a:r>
            <a:r>
              <a:rPr lang="en-US" sz="1500" kern="1200" spc="-114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1500" kern="1200" spc="-9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desired</a:t>
            </a:r>
            <a:r>
              <a:rPr lang="en-US" sz="1500" kern="1200" spc="-1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position</a:t>
            </a:r>
            <a:r>
              <a:rPr lang="en-US" sz="1500" kern="1200" spc="-10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15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orientation</a:t>
            </a:r>
            <a:r>
              <a:rPr lang="en-US" sz="1500" kern="1200" spc="-10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1500" kern="1200" spc="-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500" kern="1200" spc="-1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</a:t>
            </a:r>
            <a:r>
              <a:rPr lang="en-US" sz="1500" kern="1200" spc="-1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platform. </a:t>
            </a:r>
            <a:r>
              <a:rPr lang="en-US" sz="15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en-US" sz="1500" kern="1200" spc="-1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means </a:t>
            </a:r>
            <a:r>
              <a:rPr lang="en-US" sz="15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calculating how</a:t>
            </a:r>
            <a:r>
              <a:rPr lang="en-US" sz="1500" kern="1200" spc="-1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</a:t>
            </a:r>
            <a:r>
              <a:rPr lang="en-US" sz="1500" kern="1200" spc="-10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strut</a:t>
            </a:r>
            <a:r>
              <a:rPr lang="en-US" sz="1500" kern="1200" spc="-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should</a:t>
            </a:r>
            <a:r>
              <a:rPr lang="en-US" sz="15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extend</a:t>
            </a:r>
            <a:r>
              <a:rPr lang="en-US" sz="15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</a:t>
            </a:r>
            <a:r>
              <a:rPr lang="en-US" sz="1500" kern="1200" spc="-114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retract</a:t>
            </a:r>
            <a:r>
              <a:rPr lang="en-US" sz="1500" kern="1200" spc="-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15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</a:t>
            </a:r>
            <a:r>
              <a:rPr lang="en-US" sz="1500" kern="1200" spc="-1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500" kern="1200" spc="-114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</a:t>
            </a:r>
            <a:r>
              <a:rPr lang="en-US" sz="1500" kern="1200" spc="-1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platform</a:t>
            </a:r>
            <a:r>
              <a:rPr lang="en-US" sz="1500" kern="1200" spc="-1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1500" kern="1200" spc="-1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</a:t>
            </a:r>
            <a:r>
              <a:rPr lang="en-US" sz="15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specific</a:t>
            </a:r>
            <a:r>
              <a:rPr lang="en-US" sz="15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pose.</a:t>
            </a:r>
            <a:endParaRPr lang="en-US" sz="15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1300" indent="-228600" algn="l" rtl="0">
              <a:lnSpc>
                <a:spcPct val="90000"/>
              </a:lnSpc>
              <a:spcBef>
                <a:spcPts val="1305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15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Steps:</a:t>
            </a:r>
            <a:endParaRPr lang="en-US" sz="15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515620" marR="238760" lvl="1" indent="-228600" algn="l" rtl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tabLst>
                <a:tab pos="515620" algn="l"/>
              </a:tabLst>
            </a:pPr>
            <a:r>
              <a:rPr lang="en-US" sz="1500" b="1" kern="1200" spc="-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Input:</a:t>
            </a:r>
            <a:r>
              <a:rPr lang="en-US" sz="1500" b="1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Desired</a:t>
            </a:r>
            <a:r>
              <a:rPr lang="en-US" sz="15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position</a:t>
            </a:r>
            <a:r>
              <a:rPr lang="en-US" sz="1500" kern="1200" spc="-9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1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(x,</a:t>
            </a:r>
            <a:r>
              <a:rPr lang="en-US" sz="1500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105">
                <a:solidFill>
                  <a:schemeClr val="tx1"/>
                </a:solidFill>
                <a:latin typeface="+mn-lt"/>
                <a:ea typeface="+mn-ea"/>
                <a:cs typeface="+mn-cs"/>
              </a:rPr>
              <a:t>y,</a:t>
            </a:r>
            <a:r>
              <a:rPr lang="en-US" sz="1500" kern="1200" spc="-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9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z)</a:t>
            </a:r>
            <a:r>
              <a:rPr lang="en-US" sz="15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1500" kern="1200" spc="-1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orientation</a:t>
            </a:r>
            <a:r>
              <a:rPr lang="en-US" sz="1500" kern="1200" spc="-9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(roll,</a:t>
            </a:r>
            <a:r>
              <a:rPr lang="en-US" sz="1500" kern="1200" spc="-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pitch,</a:t>
            </a:r>
            <a:r>
              <a:rPr lang="en-US" sz="1500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yaw)</a:t>
            </a:r>
            <a:r>
              <a:rPr lang="en-US" sz="1500" kern="1200" spc="-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1500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</a:t>
            </a:r>
            <a:r>
              <a:rPr lang="en-US" sz="15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top </a:t>
            </a:r>
            <a:r>
              <a:rPr lang="en-US" sz="15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platform.</a:t>
            </a:r>
            <a:endParaRPr lang="en-US" sz="15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515620" marR="62865" lvl="1" indent="-228600" algn="l" rtl="0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515620" algn="l"/>
              </a:tabLst>
            </a:pPr>
            <a:r>
              <a:rPr lang="en-US"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Process:</a:t>
            </a:r>
            <a:r>
              <a:rPr lang="en-US" sz="1500" b="1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</a:t>
            </a:r>
            <a:r>
              <a:rPr lang="en-US" sz="1500" kern="1200" spc="-10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500" kern="1200" spc="-10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geometric</a:t>
            </a:r>
            <a:r>
              <a:rPr lang="en-US" sz="1500" kern="1200" spc="-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15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trigonometric</a:t>
            </a:r>
            <a:r>
              <a:rPr lang="en-US" sz="1500" kern="1200" spc="-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relationships</a:t>
            </a:r>
            <a:r>
              <a:rPr lang="en-US" sz="1500" kern="1200" spc="-114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15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compute</a:t>
            </a:r>
            <a:r>
              <a:rPr lang="en-US" sz="15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US" sz="15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lengths</a:t>
            </a:r>
            <a:r>
              <a:rPr lang="en-US" sz="15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1500" kern="1200" spc="-9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500" kern="1200" spc="-1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struts.</a:t>
            </a:r>
            <a:endParaRPr lang="en-US" sz="15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515620" lvl="1" indent="-228600" algn="l" rtl="0">
              <a:lnSpc>
                <a:spcPct val="90000"/>
              </a:lnSpc>
              <a:spcBef>
                <a:spcPts val="785"/>
              </a:spcBef>
              <a:buFont typeface="Arial" panose="020B0604020202020204" pitchFamily="34" charset="0"/>
              <a:buChar char="•"/>
              <a:tabLst>
                <a:tab pos="515620" algn="l"/>
              </a:tabLst>
            </a:pPr>
            <a:r>
              <a:rPr lang="en-US" sz="1500" b="1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Output:</a:t>
            </a:r>
            <a:r>
              <a:rPr lang="en-US" sz="1500" b="1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500" kern="1200" spc="-1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lengths</a:t>
            </a:r>
            <a:r>
              <a:rPr lang="en-US" sz="1500" kern="1200" spc="-1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1500" kern="1200" spc="-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5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six</a:t>
            </a:r>
            <a:r>
              <a:rPr lang="en-US" sz="1500" kern="1200" spc="-9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struts.</a:t>
            </a:r>
            <a:endParaRPr lang="en-US" sz="15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515620" lvl="1" indent="-228600" algn="l" rtl="0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tabLst>
                <a:tab pos="515620" algn="l"/>
              </a:tabLst>
            </a:pPr>
            <a:r>
              <a:rPr lang="en-US" sz="1500" kern="1200" spc="-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Inverse</a:t>
            </a:r>
            <a:r>
              <a:rPr lang="en-US" sz="1500" kern="1200" spc="-10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kinematics</a:t>
            </a:r>
            <a:r>
              <a:rPr lang="en-US" sz="1500" kern="1200" spc="-1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en-US" sz="1500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typically</a:t>
            </a:r>
            <a:r>
              <a:rPr lang="en-US" sz="15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easier</a:t>
            </a:r>
            <a:r>
              <a:rPr lang="en-US" sz="1500" kern="1200" spc="-1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15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solve</a:t>
            </a:r>
            <a:r>
              <a:rPr lang="en-US" sz="1500" kern="1200" spc="-10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than</a:t>
            </a:r>
            <a:r>
              <a:rPr lang="en-US" sz="1500" kern="1200" spc="-9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forward</a:t>
            </a:r>
            <a:r>
              <a:rPr lang="en-US" sz="15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kinematics</a:t>
            </a:r>
            <a:r>
              <a:rPr lang="en-US" sz="1500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15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endParaRPr lang="en-US" sz="15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515620" indent="-228600" algn="l" rtl="0">
              <a:lnSpc>
                <a:spcPct val="90000"/>
              </a:lnSpc>
              <a:spcBef>
                <a:spcPts val="254"/>
              </a:spcBef>
              <a:buFont typeface="Arial" panose="020B0604020202020204" pitchFamily="34" charset="0"/>
              <a:buChar char="•"/>
            </a:pPr>
            <a:r>
              <a:rPr lang="en-US" sz="15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Stewart</a:t>
            </a:r>
            <a:r>
              <a:rPr lang="en-US" sz="1500" kern="1200" spc="-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platform</a:t>
            </a:r>
            <a:r>
              <a:rPr lang="en-US" sz="15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because </a:t>
            </a:r>
            <a:r>
              <a:rPr lang="en-US" sz="1500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en-US" sz="1500" kern="1200" spc="-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involves</a:t>
            </a:r>
            <a:r>
              <a:rPr lang="en-US" sz="15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direct</a:t>
            </a:r>
            <a:r>
              <a:rPr lang="en-US" sz="1500" kern="1200" spc="-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geometric</a:t>
            </a:r>
            <a:r>
              <a:rPr lang="en-US" sz="1500" kern="1200" spc="-9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relationships.</a:t>
            </a:r>
            <a:endParaRPr lang="en-US" sz="15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rcRect l="312" t="3" r="282" b="-4"/>
          <a:stretch/>
        </p:blipFill>
        <p:spPr>
          <a:xfrm>
            <a:off x="7315200" y="1152588"/>
            <a:ext cx="4038600" cy="4550135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610600" y="649224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rtl="0">
              <a:spcAft>
                <a:spcPts val="600"/>
              </a:spcAft>
              <a:defRPr/>
            </a:pPr>
            <a:fld id="{81D60167-4931-47E6-BA6A-407CBD079E47}" type="slidenum">
              <a:rPr lang="en-US" sz="1200" kern="12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algn="r" rtl="0">
                <a:spcAft>
                  <a:spcPts val="600"/>
                </a:spcAft>
                <a:defRPr/>
              </a:pPr>
              <a:t>3</a:t>
            </a:fld>
            <a:endParaRPr lang="en-US" sz="1200" kern="1200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52588"/>
            <a:ext cx="799465" cy="85725"/>
          </a:xfrm>
          <a:custGeom>
            <a:avLst/>
            <a:gdLst/>
            <a:ahLst/>
            <a:cxnLst/>
            <a:rect l="l" t="t" r="r" b="b"/>
            <a:pathLst>
              <a:path w="799465" h="85725">
                <a:moveTo>
                  <a:pt x="799426" y="0"/>
                </a:moveTo>
                <a:lnTo>
                  <a:pt x="0" y="0"/>
                </a:lnTo>
                <a:lnTo>
                  <a:pt x="0" y="85725"/>
                </a:lnTo>
                <a:lnTo>
                  <a:pt x="799426" y="85725"/>
                </a:lnTo>
                <a:lnTo>
                  <a:pt x="7994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 rtl="0">
              <a:spcBef>
                <a:spcPct val="0"/>
              </a:spcBef>
            </a:pPr>
            <a:r>
              <a:rPr lang="en-US" sz="4800" kern="1200" spc="-130">
                <a:latin typeface="+mj-lt"/>
                <a:cs typeface="+mj-cs"/>
              </a:rPr>
              <a:t>Summary:</a:t>
            </a:r>
            <a:endParaRPr lang="en-US" sz="4800" kern="1200">
              <a:latin typeface="+mj-lt"/>
              <a:cs typeface="+mj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/>
          <p:nvPr/>
        </p:nvSpPr>
        <p:spPr>
          <a:xfrm>
            <a:off x="4763" y="1185925"/>
            <a:ext cx="804545" cy="0"/>
          </a:xfrm>
          <a:custGeom>
            <a:avLst/>
            <a:gdLst/>
            <a:ahLst/>
            <a:cxnLst/>
            <a:rect l="l" t="t" r="r" b="b"/>
            <a:pathLst>
              <a:path w="804545">
                <a:moveTo>
                  <a:pt x="0" y="0"/>
                </a:moveTo>
                <a:lnTo>
                  <a:pt x="804188" y="0"/>
                </a:lnTo>
              </a:path>
            </a:pathLst>
          </a:custGeom>
          <a:ln w="857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C79046E5-A5E0-B257-2CF2-7E0B091A5A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9550323"/>
              </p:ext>
            </p:extLst>
          </p:nvPr>
        </p:nvGraphicFramePr>
        <p:xfrm>
          <a:off x="3200400" y="2074414"/>
          <a:ext cx="5603327" cy="41645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object 6">
            <a:extLst>
              <a:ext uri="{FF2B5EF4-FFF2-40B4-BE49-F238E27FC236}">
                <a16:creationId xmlns:a16="http://schemas.microsoft.com/office/drawing/2014/main" id="{05EF2458-5B88-4F95-5E86-B555EB0E2D93}"/>
              </a:ext>
            </a:extLst>
          </p:cNvPr>
          <p:cNvSpPr txBox="1">
            <a:spLocks/>
          </p:cNvSpPr>
          <p:nvPr/>
        </p:nvSpPr>
        <p:spPr>
          <a:xfrm>
            <a:off x="8781211" y="647700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defPPr>
              <a:defRPr kern="0"/>
            </a:defPPr>
            <a:lvl1pPr>
              <a:defRPr sz="9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algn="r" rtl="0">
              <a:spcAft>
                <a:spcPts val="600"/>
              </a:spcAft>
              <a:defRPr/>
            </a:pPr>
            <a:fld id="{81D60167-4931-47E6-BA6A-407CBD079E47}" type="slidenum">
              <a:rPr lang="en-US" sz="1200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algn="r" rtl="0">
                <a:spcAft>
                  <a:spcPts val="600"/>
                </a:spcAft>
                <a:defRPr/>
              </a:pPr>
              <a:t>4</a:t>
            </a:fld>
            <a:endParaRPr lang="en-US" sz="1200" kern="1200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2F42F6F-FDA2-4441-805F-CF30FBC99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3AB193-5C0A-370D-CC22-93AC1BB1B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917" y="346712"/>
            <a:ext cx="8017756" cy="1074443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</a:pPr>
            <a:r>
              <a:rPr lang="en-US" sz="4000" kern="1200" dirty="0">
                <a:solidFill>
                  <a:schemeClr val="tx2"/>
                </a:solidFill>
                <a:latin typeface="+mj-lt"/>
                <a:cs typeface="+mj-cs"/>
              </a:rPr>
              <a:t>Comparison Forward vs Inverse  results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8226A8C-7793-4AE1-93F3-C51E771AB9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8099" y="0"/>
            <a:ext cx="3743596" cy="3921836"/>
            <a:chOff x="8310716" y="0"/>
            <a:chExt cx="3878237" cy="4062888"/>
          </a:xfrm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3835AF5-9945-4DCC-B810-B2A76714A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10716" y="1"/>
              <a:ext cx="3878236" cy="4062887"/>
            </a:xfrm>
            <a:custGeom>
              <a:avLst/>
              <a:gdLst>
                <a:gd name="connsiteX0" fmla="*/ 458236 w 3878236"/>
                <a:gd name="connsiteY0" fmla="*/ 0 h 4062887"/>
                <a:gd name="connsiteX1" fmla="*/ 626135 w 3878236"/>
                <a:gd name="connsiteY1" fmla="*/ 0 h 4062887"/>
                <a:gd name="connsiteX2" fmla="*/ 541802 w 3878236"/>
                <a:gd name="connsiteY2" fmla="*/ 96785 h 4062887"/>
                <a:gd name="connsiteX3" fmla="*/ 393588 w 3878236"/>
                <a:gd name="connsiteY3" fmla="*/ 301059 h 4062887"/>
                <a:gd name="connsiteX4" fmla="*/ 267407 w 3878236"/>
                <a:gd name="connsiteY4" fmla="*/ 519085 h 4062887"/>
                <a:gd name="connsiteX5" fmla="*/ 239453 w 3878236"/>
                <a:gd name="connsiteY5" fmla="*/ 575472 h 4062887"/>
                <a:gd name="connsiteX6" fmla="*/ 225864 w 3878236"/>
                <a:gd name="connsiteY6" fmla="*/ 603893 h 4062887"/>
                <a:gd name="connsiteX7" fmla="*/ 212955 w 3878236"/>
                <a:gd name="connsiteY7" fmla="*/ 632590 h 4062887"/>
                <a:gd name="connsiteX8" fmla="*/ 188301 w 3878236"/>
                <a:gd name="connsiteY8" fmla="*/ 690444 h 4062887"/>
                <a:gd name="connsiteX9" fmla="*/ 165201 w 3878236"/>
                <a:gd name="connsiteY9" fmla="*/ 748939 h 4062887"/>
                <a:gd name="connsiteX10" fmla="*/ 90074 w 3878236"/>
                <a:gd name="connsiteY10" fmla="*/ 988511 h 4062887"/>
                <a:gd name="connsiteX11" fmla="*/ 29119 w 3878236"/>
                <a:gd name="connsiteY11" fmla="*/ 1484891 h 4062887"/>
                <a:gd name="connsiteX12" fmla="*/ 54743 w 3878236"/>
                <a:gd name="connsiteY12" fmla="*/ 1732714 h 4062887"/>
                <a:gd name="connsiteX13" fmla="*/ 132976 w 3878236"/>
                <a:gd name="connsiteY13" fmla="*/ 1969719 h 4062887"/>
                <a:gd name="connsiteX14" fmla="*/ 159959 w 3878236"/>
                <a:gd name="connsiteY14" fmla="*/ 2026381 h 4062887"/>
                <a:gd name="connsiteX15" fmla="*/ 189951 w 3878236"/>
                <a:gd name="connsiteY15" fmla="*/ 2081758 h 4062887"/>
                <a:gd name="connsiteX16" fmla="*/ 256439 w 3878236"/>
                <a:gd name="connsiteY16" fmla="*/ 2189121 h 4062887"/>
                <a:gd name="connsiteX17" fmla="*/ 329818 w 3878236"/>
                <a:gd name="connsiteY17" fmla="*/ 2292816 h 4062887"/>
                <a:gd name="connsiteX18" fmla="*/ 408438 w 3878236"/>
                <a:gd name="connsiteY18" fmla="*/ 2393577 h 4062887"/>
                <a:gd name="connsiteX19" fmla="*/ 572086 w 3878236"/>
                <a:gd name="connsiteY19" fmla="*/ 2592900 h 4062887"/>
                <a:gd name="connsiteX20" fmla="*/ 653909 w 3878236"/>
                <a:gd name="connsiteY20" fmla="*/ 2693936 h 4062887"/>
                <a:gd name="connsiteX21" fmla="*/ 733500 w 3878236"/>
                <a:gd name="connsiteY21" fmla="*/ 2796256 h 4062887"/>
                <a:gd name="connsiteX22" fmla="*/ 813091 w 3878236"/>
                <a:gd name="connsiteY22" fmla="*/ 2895093 h 4062887"/>
                <a:gd name="connsiteX23" fmla="*/ 896273 w 3878236"/>
                <a:gd name="connsiteY23" fmla="*/ 2990536 h 4062887"/>
                <a:gd name="connsiteX24" fmla="*/ 1072636 w 3878236"/>
                <a:gd name="connsiteY24" fmla="*/ 3170513 h 4062887"/>
                <a:gd name="connsiteX25" fmla="*/ 1468747 w 3878236"/>
                <a:gd name="connsiteY25" fmla="*/ 3470964 h 4062887"/>
                <a:gd name="connsiteX26" fmla="*/ 1687720 w 3878236"/>
                <a:gd name="connsiteY26" fmla="*/ 3583919 h 4062887"/>
                <a:gd name="connsiteX27" fmla="*/ 1918825 w 3878236"/>
                <a:gd name="connsiteY27" fmla="*/ 3669278 h 4062887"/>
                <a:gd name="connsiteX28" fmla="*/ 2159540 w 3878236"/>
                <a:gd name="connsiteY28" fmla="*/ 3728230 h 4062887"/>
                <a:gd name="connsiteX29" fmla="*/ 2407729 w 3878236"/>
                <a:gd name="connsiteY29" fmla="*/ 3761238 h 4062887"/>
                <a:gd name="connsiteX30" fmla="*/ 2660479 w 3878236"/>
                <a:gd name="connsiteY30" fmla="*/ 3771598 h 4062887"/>
                <a:gd name="connsiteX31" fmla="*/ 2723278 w 3878236"/>
                <a:gd name="connsiteY31" fmla="*/ 3771139 h 4062887"/>
                <a:gd name="connsiteX32" fmla="*/ 2754047 w 3878236"/>
                <a:gd name="connsiteY32" fmla="*/ 3770406 h 4062887"/>
                <a:gd name="connsiteX33" fmla="*/ 2784719 w 3878236"/>
                <a:gd name="connsiteY33" fmla="*/ 3768938 h 4062887"/>
                <a:gd name="connsiteX34" fmla="*/ 2906629 w 3878236"/>
                <a:gd name="connsiteY34" fmla="*/ 3758853 h 4062887"/>
                <a:gd name="connsiteX35" fmla="*/ 3376896 w 3878236"/>
                <a:gd name="connsiteY35" fmla="*/ 3638838 h 4062887"/>
                <a:gd name="connsiteX36" fmla="*/ 3599460 w 3878236"/>
                <a:gd name="connsiteY36" fmla="*/ 3534685 h 4062887"/>
                <a:gd name="connsiteX37" fmla="*/ 3814356 w 3878236"/>
                <a:gd name="connsiteY37" fmla="*/ 3407976 h 4062887"/>
                <a:gd name="connsiteX38" fmla="*/ 3878236 w 3878236"/>
                <a:gd name="connsiteY38" fmla="*/ 3364122 h 4062887"/>
                <a:gd name="connsiteX39" fmla="*/ 3878236 w 3878236"/>
                <a:gd name="connsiteY39" fmla="*/ 3711785 h 4062887"/>
                <a:gd name="connsiteX40" fmla="*/ 3754080 w 3878236"/>
                <a:gd name="connsiteY40" fmla="*/ 3788192 h 4062887"/>
                <a:gd name="connsiteX41" fmla="*/ 3499971 w 3878236"/>
                <a:gd name="connsiteY41" fmla="*/ 3910041 h 4062887"/>
                <a:gd name="connsiteX42" fmla="*/ 2943222 w 3878236"/>
                <a:gd name="connsiteY42" fmla="*/ 4051144 h 4062887"/>
                <a:gd name="connsiteX43" fmla="*/ 2799278 w 3878236"/>
                <a:gd name="connsiteY43" fmla="*/ 4061321 h 4062887"/>
                <a:gd name="connsiteX44" fmla="*/ 2763268 w 3878236"/>
                <a:gd name="connsiteY44" fmla="*/ 4062604 h 4062887"/>
                <a:gd name="connsiteX45" fmla="*/ 2727355 w 3878236"/>
                <a:gd name="connsiteY45" fmla="*/ 4062788 h 4062887"/>
                <a:gd name="connsiteX46" fmla="*/ 2656790 w 3878236"/>
                <a:gd name="connsiteY46" fmla="*/ 4061963 h 4062887"/>
                <a:gd name="connsiteX47" fmla="*/ 2516924 w 3878236"/>
                <a:gd name="connsiteY47" fmla="*/ 4056461 h 4062887"/>
                <a:gd name="connsiteX48" fmla="*/ 2376959 w 3878236"/>
                <a:gd name="connsiteY48" fmla="*/ 4043809 h 4062887"/>
                <a:gd name="connsiteX49" fmla="*/ 2098196 w 3878236"/>
                <a:gd name="connsiteY49" fmla="*/ 3998700 h 4062887"/>
                <a:gd name="connsiteX50" fmla="*/ 1825645 w 3878236"/>
                <a:gd name="connsiteY50" fmla="*/ 3920860 h 4062887"/>
                <a:gd name="connsiteX51" fmla="*/ 1566586 w 3878236"/>
                <a:gd name="connsiteY51" fmla="*/ 3807996 h 4062887"/>
                <a:gd name="connsiteX52" fmla="*/ 1328784 w 3878236"/>
                <a:gd name="connsiteY52" fmla="*/ 3661117 h 4062887"/>
                <a:gd name="connsiteX53" fmla="*/ 930925 w 3878236"/>
                <a:gd name="connsiteY53" fmla="*/ 3291079 h 4062887"/>
                <a:gd name="connsiteX54" fmla="*/ 769122 w 3878236"/>
                <a:gd name="connsiteY54" fmla="*/ 3081303 h 4062887"/>
                <a:gd name="connsiteX55" fmla="*/ 626149 w 3878236"/>
                <a:gd name="connsiteY55" fmla="*/ 2862544 h 4062887"/>
                <a:gd name="connsiteX56" fmla="*/ 559467 w 3878236"/>
                <a:gd name="connsiteY56" fmla="*/ 2753990 h 4062887"/>
                <a:gd name="connsiteX57" fmla="*/ 490165 w 3878236"/>
                <a:gd name="connsiteY57" fmla="*/ 2647269 h 4062887"/>
                <a:gd name="connsiteX58" fmla="*/ 345542 w 3878236"/>
                <a:gd name="connsiteY58" fmla="*/ 2434743 h 4062887"/>
                <a:gd name="connsiteX59" fmla="*/ 274784 w 3878236"/>
                <a:gd name="connsiteY59" fmla="*/ 2326648 h 4062887"/>
                <a:gd name="connsiteX60" fmla="*/ 207422 w 3878236"/>
                <a:gd name="connsiteY60" fmla="*/ 2216167 h 4062887"/>
                <a:gd name="connsiteX61" fmla="*/ 93956 w 3878236"/>
                <a:gd name="connsiteY61" fmla="*/ 1984388 h 4062887"/>
                <a:gd name="connsiteX62" fmla="*/ 22422 w 3878236"/>
                <a:gd name="connsiteY62" fmla="*/ 1738399 h 4062887"/>
                <a:gd name="connsiteX63" fmla="*/ 0 w 3878236"/>
                <a:gd name="connsiteY63" fmla="*/ 1484891 h 4062887"/>
                <a:gd name="connsiteX64" fmla="*/ 200337 w 3878236"/>
                <a:gd name="connsiteY64" fmla="*/ 491671 h 4062887"/>
                <a:gd name="connsiteX65" fmla="*/ 308076 w 3878236"/>
                <a:gd name="connsiteY65" fmla="*/ 256776 h 4062887"/>
                <a:gd name="connsiteX66" fmla="*/ 437072 w 3878236"/>
                <a:gd name="connsiteY66" fmla="*/ 30498 h 4062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3878236" h="4062887">
                  <a:moveTo>
                    <a:pt x="458236" y="0"/>
                  </a:moveTo>
                  <a:lnTo>
                    <a:pt x="626135" y="0"/>
                  </a:lnTo>
                  <a:lnTo>
                    <a:pt x="541802" y="96785"/>
                  </a:lnTo>
                  <a:cubicBezTo>
                    <a:pt x="489388" y="162616"/>
                    <a:pt x="439790" y="230737"/>
                    <a:pt x="393588" y="301059"/>
                  </a:cubicBezTo>
                  <a:cubicBezTo>
                    <a:pt x="348163" y="371748"/>
                    <a:pt x="305261" y="444179"/>
                    <a:pt x="267407" y="519085"/>
                  </a:cubicBezTo>
                  <a:cubicBezTo>
                    <a:pt x="257604" y="537697"/>
                    <a:pt x="248480" y="556584"/>
                    <a:pt x="239453" y="575472"/>
                  </a:cubicBezTo>
                  <a:lnTo>
                    <a:pt x="225864" y="603893"/>
                  </a:lnTo>
                  <a:lnTo>
                    <a:pt x="212955" y="632590"/>
                  </a:lnTo>
                  <a:cubicBezTo>
                    <a:pt x="204511" y="651753"/>
                    <a:pt x="195969" y="670915"/>
                    <a:pt x="188301" y="690444"/>
                  </a:cubicBezTo>
                  <a:cubicBezTo>
                    <a:pt x="180633" y="709972"/>
                    <a:pt x="172189" y="729227"/>
                    <a:pt x="165201" y="748939"/>
                  </a:cubicBezTo>
                  <a:cubicBezTo>
                    <a:pt x="135305" y="827237"/>
                    <a:pt x="109971" y="907186"/>
                    <a:pt x="90074" y="988511"/>
                  </a:cubicBezTo>
                  <a:cubicBezTo>
                    <a:pt x="49696" y="1150792"/>
                    <a:pt x="29022" y="1317842"/>
                    <a:pt x="29119" y="1484891"/>
                  </a:cubicBezTo>
                  <a:cubicBezTo>
                    <a:pt x="29604" y="1568141"/>
                    <a:pt x="37855" y="1651207"/>
                    <a:pt x="54743" y="1732714"/>
                  </a:cubicBezTo>
                  <a:cubicBezTo>
                    <a:pt x="72506" y="1814039"/>
                    <a:pt x="98227" y="1893621"/>
                    <a:pt x="132976" y="1969719"/>
                  </a:cubicBezTo>
                  <a:cubicBezTo>
                    <a:pt x="141226" y="1988882"/>
                    <a:pt x="150835" y="2007585"/>
                    <a:pt x="159959" y="2026381"/>
                  </a:cubicBezTo>
                  <a:cubicBezTo>
                    <a:pt x="169860" y="2044901"/>
                    <a:pt x="179274" y="2063604"/>
                    <a:pt x="189951" y="2081758"/>
                  </a:cubicBezTo>
                  <a:cubicBezTo>
                    <a:pt x="210334" y="2118432"/>
                    <a:pt x="233046" y="2154006"/>
                    <a:pt x="256439" y="2189121"/>
                  </a:cubicBezTo>
                  <a:cubicBezTo>
                    <a:pt x="279734" y="2224328"/>
                    <a:pt x="304679" y="2258617"/>
                    <a:pt x="329818" y="2292816"/>
                  </a:cubicBezTo>
                  <a:cubicBezTo>
                    <a:pt x="355345" y="2326740"/>
                    <a:pt x="381844" y="2360204"/>
                    <a:pt x="408438" y="2393577"/>
                  </a:cubicBezTo>
                  <a:cubicBezTo>
                    <a:pt x="461725" y="2460416"/>
                    <a:pt x="517440" y="2525879"/>
                    <a:pt x="572086" y="2592900"/>
                  </a:cubicBezTo>
                  <a:cubicBezTo>
                    <a:pt x="599554" y="2626273"/>
                    <a:pt x="626926" y="2659921"/>
                    <a:pt x="653909" y="2693936"/>
                  </a:cubicBezTo>
                  <a:cubicBezTo>
                    <a:pt x="680796" y="2727676"/>
                    <a:pt x="707487" y="2763525"/>
                    <a:pt x="733500" y="2796256"/>
                  </a:cubicBezTo>
                  <a:cubicBezTo>
                    <a:pt x="759319" y="2829813"/>
                    <a:pt x="786399" y="2862362"/>
                    <a:pt x="813091" y="2895093"/>
                  </a:cubicBezTo>
                  <a:cubicBezTo>
                    <a:pt x="840560" y="2927274"/>
                    <a:pt x="867834" y="2959455"/>
                    <a:pt x="896273" y="2990536"/>
                  </a:cubicBezTo>
                  <a:cubicBezTo>
                    <a:pt x="952764" y="3053066"/>
                    <a:pt x="1011486" y="3113302"/>
                    <a:pt x="1072636" y="3170513"/>
                  </a:cubicBezTo>
                  <a:cubicBezTo>
                    <a:pt x="1195128" y="3284660"/>
                    <a:pt x="1327328" y="3386522"/>
                    <a:pt x="1468747" y="3470964"/>
                  </a:cubicBezTo>
                  <a:cubicBezTo>
                    <a:pt x="1539603" y="3512956"/>
                    <a:pt x="1612303" y="3551463"/>
                    <a:pt x="1687720" y="3583919"/>
                  </a:cubicBezTo>
                  <a:cubicBezTo>
                    <a:pt x="1762652" y="3617292"/>
                    <a:pt x="1840010" y="3645440"/>
                    <a:pt x="1918825" y="3669278"/>
                  </a:cubicBezTo>
                  <a:cubicBezTo>
                    <a:pt x="1997640" y="3693207"/>
                    <a:pt x="2078007" y="3712553"/>
                    <a:pt x="2159540" y="3728230"/>
                  </a:cubicBezTo>
                  <a:cubicBezTo>
                    <a:pt x="2241170" y="3743633"/>
                    <a:pt x="2324158" y="3754177"/>
                    <a:pt x="2407729" y="3761238"/>
                  </a:cubicBezTo>
                  <a:cubicBezTo>
                    <a:pt x="2491299" y="3768389"/>
                    <a:pt x="2575743" y="3771506"/>
                    <a:pt x="2660479" y="3771598"/>
                  </a:cubicBezTo>
                  <a:cubicBezTo>
                    <a:pt x="2681638" y="3771598"/>
                    <a:pt x="2703089" y="3771964"/>
                    <a:pt x="2723278" y="3771139"/>
                  </a:cubicBezTo>
                  <a:lnTo>
                    <a:pt x="2754047" y="3770406"/>
                  </a:lnTo>
                  <a:lnTo>
                    <a:pt x="2784719" y="3768938"/>
                  </a:lnTo>
                  <a:cubicBezTo>
                    <a:pt x="2825582" y="3767197"/>
                    <a:pt x="2866251" y="3763346"/>
                    <a:pt x="2906629" y="3758853"/>
                  </a:cubicBezTo>
                  <a:cubicBezTo>
                    <a:pt x="3068334" y="3740150"/>
                    <a:pt x="3225672" y="3699166"/>
                    <a:pt x="3376896" y="3638838"/>
                  </a:cubicBezTo>
                  <a:cubicBezTo>
                    <a:pt x="3452702" y="3608949"/>
                    <a:pt x="3526664" y="3573467"/>
                    <a:pt x="3599460" y="3534685"/>
                  </a:cubicBezTo>
                  <a:cubicBezTo>
                    <a:pt x="3672354" y="3496085"/>
                    <a:pt x="3743888" y="3453269"/>
                    <a:pt x="3814356" y="3407976"/>
                  </a:cubicBezTo>
                  <a:lnTo>
                    <a:pt x="3878236" y="3364122"/>
                  </a:lnTo>
                  <a:lnTo>
                    <a:pt x="3878236" y="3711785"/>
                  </a:lnTo>
                  <a:lnTo>
                    <a:pt x="3754080" y="3788192"/>
                  </a:lnTo>
                  <a:cubicBezTo>
                    <a:pt x="3672450" y="3832843"/>
                    <a:pt x="3588007" y="3874284"/>
                    <a:pt x="3499971" y="3910041"/>
                  </a:cubicBezTo>
                  <a:cubicBezTo>
                    <a:pt x="3324482" y="3982472"/>
                    <a:pt x="3134920" y="4030882"/>
                    <a:pt x="2943222" y="4051144"/>
                  </a:cubicBezTo>
                  <a:cubicBezTo>
                    <a:pt x="2895272" y="4055911"/>
                    <a:pt x="2847227" y="4059763"/>
                    <a:pt x="2799278" y="4061321"/>
                  </a:cubicBezTo>
                  <a:lnTo>
                    <a:pt x="2763268" y="4062604"/>
                  </a:lnTo>
                  <a:lnTo>
                    <a:pt x="2727355" y="4062788"/>
                  </a:lnTo>
                  <a:cubicBezTo>
                    <a:pt x="2703089" y="4063155"/>
                    <a:pt x="2680085" y="4062421"/>
                    <a:pt x="2656790" y="4061963"/>
                  </a:cubicBezTo>
                  <a:cubicBezTo>
                    <a:pt x="2610297" y="4061413"/>
                    <a:pt x="2563514" y="4058754"/>
                    <a:pt x="2516924" y="4056461"/>
                  </a:cubicBezTo>
                  <a:cubicBezTo>
                    <a:pt x="2470237" y="4052795"/>
                    <a:pt x="2423549" y="4049402"/>
                    <a:pt x="2376959" y="4043809"/>
                  </a:cubicBezTo>
                  <a:cubicBezTo>
                    <a:pt x="2283683" y="4033265"/>
                    <a:pt x="2190503" y="4018871"/>
                    <a:pt x="2098196" y="3998700"/>
                  </a:cubicBezTo>
                  <a:cubicBezTo>
                    <a:pt x="2005891" y="3978530"/>
                    <a:pt x="1914652" y="3952583"/>
                    <a:pt x="1825645" y="3920860"/>
                  </a:cubicBezTo>
                  <a:cubicBezTo>
                    <a:pt x="1736639" y="3889045"/>
                    <a:pt x="1649963" y="3851089"/>
                    <a:pt x="1566586" y="3807996"/>
                  </a:cubicBezTo>
                  <a:cubicBezTo>
                    <a:pt x="1483501" y="3764263"/>
                    <a:pt x="1403716" y="3715395"/>
                    <a:pt x="1328784" y="3661117"/>
                  </a:cubicBezTo>
                  <a:cubicBezTo>
                    <a:pt x="1178337" y="3553113"/>
                    <a:pt x="1046527" y="3426497"/>
                    <a:pt x="930925" y="3291079"/>
                  </a:cubicBezTo>
                  <a:cubicBezTo>
                    <a:pt x="873367" y="3223048"/>
                    <a:pt x="819789" y="3152818"/>
                    <a:pt x="769122" y="3081303"/>
                  </a:cubicBezTo>
                  <a:cubicBezTo>
                    <a:pt x="718358" y="3009790"/>
                    <a:pt x="670992" y="2936717"/>
                    <a:pt x="626149" y="2862544"/>
                  </a:cubicBezTo>
                  <a:cubicBezTo>
                    <a:pt x="603243" y="2825046"/>
                    <a:pt x="582277" y="2789930"/>
                    <a:pt x="559467" y="2753990"/>
                  </a:cubicBezTo>
                  <a:cubicBezTo>
                    <a:pt x="536852" y="2718325"/>
                    <a:pt x="513849" y="2682660"/>
                    <a:pt x="490165" y="2647269"/>
                  </a:cubicBezTo>
                  <a:lnTo>
                    <a:pt x="345542" y="2434743"/>
                  </a:lnTo>
                  <a:cubicBezTo>
                    <a:pt x="321567" y="2398987"/>
                    <a:pt x="297884" y="2363046"/>
                    <a:pt x="274784" y="2326648"/>
                  </a:cubicBezTo>
                  <a:cubicBezTo>
                    <a:pt x="251682" y="2290248"/>
                    <a:pt x="228776" y="2253759"/>
                    <a:pt x="207422" y="2216167"/>
                  </a:cubicBezTo>
                  <a:cubicBezTo>
                    <a:pt x="164618" y="2141353"/>
                    <a:pt x="125308" y="2064338"/>
                    <a:pt x="93956" y="1984388"/>
                  </a:cubicBezTo>
                  <a:cubicBezTo>
                    <a:pt x="62023" y="1904715"/>
                    <a:pt x="38340" y="1822107"/>
                    <a:pt x="22422" y="1738399"/>
                  </a:cubicBezTo>
                  <a:cubicBezTo>
                    <a:pt x="7183" y="1654692"/>
                    <a:pt x="0" y="1569700"/>
                    <a:pt x="0" y="1484891"/>
                  </a:cubicBezTo>
                  <a:cubicBezTo>
                    <a:pt x="1262" y="1146758"/>
                    <a:pt x="70468" y="809542"/>
                    <a:pt x="200337" y="491671"/>
                  </a:cubicBezTo>
                  <a:cubicBezTo>
                    <a:pt x="232950" y="412273"/>
                    <a:pt x="268280" y="333607"/>
                    <a:pt x="308076" y="256776"/>
                  </a:cubicBezTo>
                  <a:cubicBezTo>
                    <a:pt x="347290" y="179668"/>
                    <a:pt x="390482" y="104213"/>
                    <a:pt x="437072" y="3049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95D01A87-EFF2-48AC-9C6B-C4653A804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29928" y="0"/>
              <a:ext cx="3859024" cy="3823730"/>
            </a:xfrm>
            <a:custGeom>
              <a:avLst/>
              <a:gdLst>
                <a:gd name="connsiteX0" fmla="*/ 517815 w 3859024"/>
                <a:gd name="connsiteY0" fmla="*/ 0 h 3823730"/>
                <a:gd name="connsiteX1" fmla="*/ 810951 w 3859024"/>
                <a:gd name="connsiteY1" fmla="*/ 0 h 3823730"/>
                <a:gd name="connsiteX2" fmla="*/ 657209 w 3859024"/>
                <a:gd name="connsiteY2" fmla="*/ 169897 h 3823730"/>
                <a:gd name="connsiteX3" fmla="*/ 398052 w 3859024"/>
                <a:gd name="connsiteY3" fmla="*/ 551580 h 3823730"/>
                <a:gd name="connsiteX4" fmla="*/ 222175 w 3859024"/>
                <a:gd name="connsiteY4" fmla="*/ 973513 h 3823730"/>
                <a:gd name="connsiteX5" fmla="*/ 158212 w 3859024"/>
                <a:gd name="connsiteY5" fmla="*/ 1423317 h 3823730"/>
                <a:gd name="connsiteX6" fmla="*/ 185195 w 3859024"/>
                <a:gd name="connsiteY6" fmla="*/ 1643544 h 3823730"/>
                <a:gd name="connsiteX7" fmla="*/ 264883 w 3859024"/>
                <a:gd name="connsiteY7" fmla="*/ 1849559 h 3823730"/>
                <a:gd name="connsiteX8" fmla="*/ 320500 w 3859024"/>
                <a:gd name="connsiteY8" fmla="*/ 1946562 h 3823730"/>
                <a:gd name="connsiteX9" fmla="*/ 384367 w 3859024"/>
                <a:gd name="connsiteY9" fmla="*/ 2040447 h 3823730"/>
                <a:gd name="connsiteX10" fmla="*/ 531902 w 3859024"/>
                <a:gd name="connsiteY10" fmla="*/ 2221891 h 3823730"/>
                <a:gd name="connsiteX11" fmla="*/ 691569 w 3859024"/>
                <a:gd name="connsiteY11" fmla="*/ 2404710 h 3823730"/>
                <a:gd name="connsiteX12" fmla="*/ 770966 w 3859024"/>
                <a:gd name="connsiteY12" fmla="*/ 2500153 h 3823730"/>
                <a:gd name="connsiteX13" fmla="*/ 809112 w 3859024"/>
                <a:gd name="connsiteY13" fmla="*/ 2547004 h 3823730"/>
                <a:gd name="connsiteX14" fmla="*/ 846480 w 3859024"/>
                <a:gd name="connsiteY14" fmla="*/ 2591838 h 3823730"/>
                <a:gd name="connsiteX15" fmla="*/ 1167563 w 3859024"/>
                <a:gd name="connsiteY15" fmla="*/ 2923186 h 3823730"/>
                <a:gd name="connsiteX16" fmla="*/ 1338296 w 3859024"/>
                <a:gd name="connsiteY16" fmla="*/ 3072266 h 3823730"/>
                <a:gd name="connsiteX17" fmla="*/ 1517085 w 3859024"/>
                <a:gd name="connsiteY17" fmla="*/ 3209700 h 3823730"/>
                <a:gd name="connsiteX18" fmla="*/ 1916496 w 3859024"/>
                <a:gd name="connsiteY18" fmla="*/ 3427085 h 3823730"/>
                <a:gd name="connsiteX19" fmla="*/ 2139934 w 3859024"/>
                <a:gd name="connsiteY19" fmla="*/ 3488513 h 3823730"/>
                <a:gd name="connsiteX20" fmla="*/ 2197200 w 3859024"/>
                <a:gd name="connsiteY20" fmla="*/ 3499332 h 3823730"/>
                <a:gd name="connsiteX21" fmla="*/ 2254952 w 3859024"/>
                <a:gd name="connsiteY21" fmla="*/ 3508409 h 3823730"/>
                <a:gd name="connsiteX22" fmla="*/ 2371524 w 3859024"/>
                <a:gd name="connsiteY22" fmla="*/ 3521428 h 3823730"/>
                <a:gd name="connsiteX23" fmla="*/ 2430150 w 3859024"/>
                <a:gd name="connsiteY23" fmla="*/ 3525646 h 3823730"/>
                <a:gd name="connsiteX24" fmla="*/ 2488970 w 3859024"/>
                <a:gd name="connsiteY24" fmla="*/ 3528580 h 3823730"/>
                <a:gd name="connsiteX25" fmla="*/ 2547984 w 3859024"/>
                <a:gd name="connsiteY25" fmla="*/ 3529863 h 3823730"/>
                <a:gd name="connsiteX26" fmla="*/ 2607095 w 3859024"/>
                <a:gd name="connsiteY26" fmla="*/ 3529589 h 3823730"/>
                <a:gd name="connsiteX27" fmla="*/ 2636698 w 3859024"/>
                <a:gd name="connsiteY27" fmla="*/ 3529313 h 3823730"/>
                <a:gd name="connsiteX28" fmla="*/ 2665235 w 3859024"/>
                <a:gd name="connsiteY28" fmla="*/ 3528121 h 3823730"/>
                <a:gd name="connsiteX29" fmla="*/ 2693674 w 3859024"/>
                <a:gd name="connsiteY29" fmla="*/ 3526746 h 3823730"/>
                <a:gd name="connsiteX30" fmla="*/ 2722016 w 3859024"/>
                <a:gd name="connsiteY30" fmla="*/ 3524546 h 3823730"/>
                <a:gd name="connsiteX31" fmla="*/ 2834415 w 3859024"/>
                <a:gd name="connsiteY31" fmla="*/ 3511435 h 3823730"/>
                <a:gd name="connsiteX32" fmla="*/ 3262556 w 3859024"/>
                <a:gd name="connsiteY32" fmla="*/ 3378675 h 3823730"/>
                <a:gd name="connsiteX33" fmla="*/ 3658086 w 3859024"/>
                <a:gd name="connsiteY33" fmla="*/ 3145979 h 3823730"/>
                <a:gd name="connsiteX34" fmla="*/ 3753983 w 3859024"/>
                <a:gd name="connsiteY34" fmla="*/ 3077583 h 3823730"/>
                <a:gd name="connsiteX35" fmla="*/ 3849881 w 3859024"/>
                <a:gd name="connsiteY35" fmla="*/ 3006894 h 3823730"/>
                <a:gd name="connsiteX36" fmla="*/ 3859024 w 3859024"/>
                <a:gd name="connsiteY36" fmla="*/ 2999988 h 3823730"/>
                <a:gd name="connsiteX37" fmla="*/ 3859024 w 3859024"/>
                <a:gd name="connsiteY37" fmla="*/ 3461786 h 3823730"/>
                <a:gd name="connsiteX38" fmla="*/ 3652845 w 3859024"/>
                <a:gd name="connsiteY38" fmla="*/ 3578823 h 3823730"/>
                <a:gd name="connsiteX39" fmla="*/ 3408248 w 3859024"/>
                <a:gd name="connsiteY39" fmla="*/ 3688569 h 3823730"/>
                <a:gd name="connsiteX40" fmla="*/ 2875958 w 3859024"/>
                <a:gd name="connsiteY40" fmla="*/ 3814819 h 3823730"/>
                <a:gd name="connsiteX41" fmla="*/ 2738905 w 3859024"/>
                <a:gd name="connsiteY41" fmla="*/ 3822979 h 3823730"/>
                <a:gd name="connsiteX42" fmla="*/ 2704642 w 3859024"/>
                <a:gd name="connsiteY42" fmla="*/ 3823712 h 3823730"/>
                <a:gd name="connsiteX43" fmla="*/ 2670476 w 3859024"/>
                <a:gd name="connsiteY43" fmla="*/ 3823529 h 3823730"/>
                <a:gd name="connsiteX44" fmla="*/ 2636408 w 3859024"/>
                <a:gd name="connsiteY44" fmla="*/ 3823162 h 3823730"/>
                <a:gd name="connsiteX45" fmla="*/ 2603310 w 3859024"/>
                <a:gd name="connsiteY45" fmla="*/ 3821971 h 3823730"/>
                <a:gd name="connsiteX46" fmla="*/ 2338911 w 3859024"/>
                <a:gd name="connsiteY46" fmla="*/ 3802074 h 3823730"/>
                <a:gd name="connsiteX47" fmla="*/ 2076164 w 3859024"/>
                <a:gd name="connsiteY47" fmla="*/ 3758250 h 3823730"/>
                <a:gd name="connsiteX48" fmla="*/ 1818075 w 3859024"/>
                <a:gd name="connsiteY48" fmla="*/ 3689578 h 3823730"/>
                <a:gd name="connsiteX49" fmla="*/ 1324027 w 3859024"/>
                <a:gd name="connsiteY49" fmla="*/ 3483104 h 3823730"/>
                <a:gd name="connsiteX50" fmla="*/ 907727 w 3859024"/>
                <a:gd name="connsiteY50" fmla="*/ 3161658 h 3823730"/>
                <a:gd name="connsiteX51" fmla="*/ 738935 w 3859024"/>
                <a:gd name="connsiteY51" fmla="*/ 2968204 h 3823730"/>
                <a:gd name="connsiteX52" fmla="*/ 591498 w 3859024"/>
                <a:gd name="connsiteY52" fmla="*/ 2763380 h 3823730"/>
                <a:gd name="connsiteX53" fmla="*/ 557041 w 3859024"/>
                <a:gd name="connsiteY53" fmla="*/ 2711212 h 3823730"/>
                <a:gd name="connsiteX54" fmla="*/ 524137 w 3859024"/>
                <a:gd name="connsiteY54" fmla="*/ 2660602 h 3823730"/>
                <a:gd name="connsiteX55" fmla="*/ 459202 w 3859024"/>
                <a:gd name="connsiteY55" fmla="*/ 2562498 h 3823730"/>
                <a:gd name="connsiteX56" fmla="*/ 324673 w 3859024"/>
                <a:gd name="connsiteY56" fmla="*/ 2362077 h 3823730"/>
                <a:gd name="connsiteX57" fmla="*/ 193348 w 3859024"/>
                <a:gd name="connsiteY57" fmla="*/ 2150193 h 3823730"/>
                <a:gd name="connsiteX58" fmla="*/ 134141 w 3859024"/>
                <a:gd name="connsiteY58" fmla="*/ 2037880 h 3823730"/>
                <a:gd name="connsiteX59" fmla="*/ 83862 w 3859024"/>
                <a:gd name="connsiteY59" fmla="*/ 1920339 h 3823730"/>
                <a:gd name="connsiteX60" fmla="*/ 45329 w 3859024"/>
                <a:gd name="connsiteY60" fmla="*/ 1798399 h 3823730"/>
                <a:gd name="connsiteX61" fmla="*/ 30963 w 3859024"/>
                <a:gd name="connsiteY61" fmla="*/ 1736238 h 3823730"/>
                <a:gd name="connsiteX62" fmla="*/ 24655 w 3859024"/>
                <a:gd name="connsiteY62" fmla="*/ 1705064 h 3823730"/>
                <a:gd name="connsiteX63" fmla="*/ 19413 w 3859024"/>
                <a:gd name="connsiteY63" fmla="*/ 1673800 h 3823730"/>
                <a:gd name="connsiteX64" fmla="*/ 0 w 3859024"/>
                <a:gd name="connsiteY64" fmla="*/ 1423317 h 3823730"/>
                <a:gd name="connsiteX65" fmla="*/ 53870 w 3859024"/>
                <a:gd name="connsiteY65" fmla="*/ 935280 h 3823730"/>
                <a:gd name="connsiteX66" fmla="*/ 215770 w 3859024"/>
                <a:gd name="connsiteY66" fmla="*/ 467689 h 3823730"/>
                <a:gd name="connsiteX67" fmla="*/ 480592 w 3859024"/>
                <a:gd name="connsiteY67" fmla="*/ 43968 h 382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859024" h="3823730">
                  <a:moveTo>
                    <a:pt x="517815" y="0"/>
                  </a:moveTo>
                  <a:lnTo>
                    <a:pt x="810951" y="0"/>
                  </a:lnTo>
                  <a:lnTo>
                    <a:pt x="657209" y="169897"/>
                  </a:lnTo>
                  <a:cubicBezTo>
                    <a:pt x="558303" y="289087"/>
                    <a:pt x="471043" y="416896"/>
                    <a:pt x="398052" y="551580"/>
                  </a:cubicBezTo>
                  <a:cubicBezTo>
                    <a:pt x="325062" y="686173"/>
                    <a:pt x="264301" y="827092"/>
                    <a:pt x="222175" y="973513"/>
                  </a:cubicBezTo>
                  <a:cubicBezTo>
                    <a:pt x="179954" y="1119567"/>
                    <a:pt x="158114" y="1271396"/>
                    <a:pt x="158212" y="1423317"/>
                  </a:cubicBezTo>
                  <a:cubicBezTo>
                    <a:pt x="159085" y="1497949"/>
                    <a:pt x="166850" y="1572030"/>
                    <a:pt x="185195" y="1643544"/>
                  </a:cubicBezTo>
                  <a:cubicBezTo>
                    <a:pt x="203249" y="1715150"/>
                    <a:pt x="231300" y="1783638"/>
                    <a:pt x="264883" y="1849559"/>
                  </a:cubicBezTo>
                  <a:cubicBezTo>
                    <a:pt x="281869" y="1882474"/>
                    <a:pt x="300700" y="1914747"/>
                    <a:pt x="320500" y="1946562"/>
                  </a:cubicBezTo>
                  <a:cubicBezTo>
                    <a:pt x="340592" y="1978284"/>
                    <a:pt x="362043" y="2009549"/>
                    <a:pt x="384367" y="2040447"/>
                  </a:cubicBezTo>
                  <a:cubicBezTo>
                    <a:pt x="429598" y="2102059"/>
                    <a:pt x="479876" y="2161837"/>
                    <a:pt x="531902" y="2221891"/>
                  </a:cubicBezTo>
                  <a:cubicBezTo>
                    <a:pt x="583927" y="2282036"/>
                    <a:pt x="638282" y="2342181"/>
                    <a:pt x="691569" y="2404710"/>
                  </a:cubicBezTo>
                  <a:cubicBezTo>
                    <a:pt x="718261" y="2435882"/>
                    <a:pt x="744662" y="2467788"/>
                    <a:pt x="770966" y="2500153"/>
                  </a:cubicBezTo>
                  <a:lnTo>
                    <a:pt x="809112" y="2547004"/>
                  </a:lnTo>
                  <a:cubicBezTo>
                    <a:pt x="821632" y="2561949"/>
                    <a:pt x="833571" y="2577261"/>
                    <a:pt x="846480" y="2591838"/>
                  </a:cubicBezTo>
                  <a:cubicBezTo>
                    <a:pt x="947232" y="2710478"/>
                    <a:pt x="1056523" y="2819674"/>
                    <a:pt x="1167563" y="2923186"/>
                  </a:cubicBezTo>
                  <a:cubicBezTo>
                    <a:pt x="1223374" y="2974713"/>
                    <a:pt x="1280155" y="3024498"/>
                    <a:pt x="1338296" y="3072266"/>
                  </a:cubicBezTo>
                  <a:cubicBezTo>
                    <a:pt x="1396436" y="3120033"/>
                    <a:pt x="1455644" y="3166242"/>
                    <a:pt x="1517085" y="3209700"/>
                  </a:cubicBezTo>
                  <a:cubicBezTo>
                    <a:pt x="1639480" y="3296801"/>
                    <a:pt x="1771485" y="3374641"/>
                    <a:pt x="1916496" y="3427085"/>
                  </a:cubicBezTo>
                  <a:cubicBezTo>
                    <a:pt x="1988808" y="3453307"/>
                    <a:pt x="2063740" y="3473385"/>
                    <a:pt x="2139934" y="3488513"/>
                  </a:cubicBezTo>
                  <a:cubicBezTo>
                    <a:pt x="2159055" y="3492089"/>
                    <a:pt x="2177982" y="3496216"/>
                    <a:pt x="2197200" y="3499332"/>
                  </a:cubicBezTo>
                  <a:lnTo>
                    <a:pt x="2254952" y="3508409"/>
                  </a:lnTo>
                  <a:cubicBezTo>
                    <a:pt x="2293680" y="3513268"/>
                    <a:pt x="2332409" y="3518403"/>
                    <a:pt x="2371524" y="3521428"/>
                  </a:cubicBezTo>
                  <a:cubicBezTo>
                    <a:pt x="2391034" y="3523170"/>
                    <a:pt x="2410544" y="3524821"/>
                    <a:pt x="2430150" y="3525646"/>
                  </a:cubicBezTo>
                  <a:cubicBezTo>
                    <a:pt x="2449757" y="3526562"/>
                    <a:pt x="2469266" y="3528029"/>
                    <a:pt x="2488970" y="3528580"/>
                  </a:cubicBezTo>
                  <a:lnTo>
                    <a:pt x="2547984" y="3529863"/>
                  </a:lnTo>
                  <a:cubicBezTo>
                    <a:pt x="2567590" y="3530321"/>
                    <a:pt x="2587391" y="3529680"/>
                    <a:pt x="2607095" y="3529589"/>
                  </a:cubicBezTo>
                  <a:lnTo>
                    <a:pt x="2636698" y="3529313"/>
                  </a:lnTo>
                  <a:cubicBezTo>
                    <a:pt x="2646308" y="3529038"/>
                    <a:pt x="2655723" y="3528489"/>
                    <a:pt x="2665235" y="3528121"/>
                  </a:cubicBezTo>
                  <a:cubicBezTo>
                    <a:pt x="2674747" y="3527663"/>
                    <a:pt x="2684260" y="3527388"/>
                    <a:pt x="2693674" y="3526746"/>
                  </a:cubicBezTo>
                  <a:lnTo>
                    <a:pt x="2722016" y="3524546"/>
                  </a:lnTo>
                  <a:cubicBezTo>
                    <a:pt x="2759774" y="3521703"/>
                    <a:pt x="2797240" y="3516936"/>
                    <a:pt x="2834415" y="3511435"/>
                  </a:cubicBezTo>
                  <a:cubicBezTo>
                    <a:pt x="2983212" y="3488147"/>
                    <a:pt x="3126281" y="3442580"/>
                    <a:pt x="3262556" y="3378675"/>
                  </a:cubicBezTo>
                  <a:cubicBezTo>
                    <a:pt x="3399318" y="3315505"/>
                    <a:pt x="3529478" y="3234639"/>
                    <a:pt x="3658086" y="3145979"/>
                  </a:cubicBezTo>
                  <a:cubicBezTo>
                    <a:pt x="3690214" y="3123884"/>
                    <a:pt x="3722147" y="3100779"/>
                    <a:pt x="3753983" y="3077583"/>
                  </a:cubicBezTo>
                  <a:cubicBezTo>
                    <a:pt x="3786014" y="3054387"/>
                    <a:pt x="3817948" y="3030824"/>
                    <a:pt x="3849881" y="3006894"/>
                  </a:cubicBezTo>
                  <a:lnTo>
                    <a:pt x="3859024" y="2999988"/>
                  </a:lnTo>
                  <a:lnTo>
                    <a:pt x="3859024" y="3461786"/>
                  </a:lnTo>
                  <a:lnTo>
                    <a:pt x="3652845" y="3578823"/>
                  </a:lnTo>
                  <a:cubicBezTo>
                    <a:pt x="3574224" y="3619073"/>
                    <a:pt x="3492886" y="3656479"/>
                    <a:pt x="3408248" y="3688569"/>
                  </a:cubicBezTo>
                  <a:cubicBezTo>
                    <a:pt x="3239748" y="3753666"/>
                    <a:pt x="3058726" y="3797582"/>
                    <a:pt x="2875958" y="3814819"/>
                  </a:cubicBezTo>
                  <a:cubicBezTo>
                    <a:pt x="2830241" y="3818945"/>
                    <a:pt x="2784525" y="3822062"/>
                    <a:pt x="2738905" y="3822979"/>
                  </a:cubicBezTo>
                  <a:lnTo>
                    <a:pt x="2704642" y="3823712"/>
                  </a:lnTo>
                  <a:cubicBezTo>
                    <a:pt x="2693286" y="3823804"/>
                    <a:pt x="2681833" y="3823529"/>
                    <a:pt x="2670476" y="3823529"/>
                  </a:cubicBezTo>
                  <a:lnTo>
                    <a:pt x="2636408" y="3823162"/>
                  </a:lnTo>
                  <a:lnTo>
                    <a:pt x="2603310" y="3821971"/>
                  </a:lnTo>
                  <a:cubicBezTo>
                    <a:pt x="2515176" y="3819311"/>
                    <a:pt x="2426850" y="3812711"/>
                    <a:pt x="2338911" y="3802074"/>
                  </a:cubicBezTo>
                  <a:cubicBezTo>
                    <a:pt x="2250876" y="3791990"/>
                    <a:pt x="2163034" y="3777503"/>
                    <a:pt x="2076164" y="3758250"/>
                  </a:cubicBezTo>
                  <a:cubicBezTo>
                    <a:pt x="1989390" y="3738813"/>
                    <a:pt x="1903295" y="3715799"/>
                    <a:pt x="1818075" y="3689578"/>
                  </a:cubicBezTo>
                  <a:cubicBezTo>
                    <a:pt x="1647925" y="3636676"/>
                    <a:pt x="1479715" y="3570846"/>
                    <a:pt x="1324027" y="3483104"/>
                  </a:cubicBezTo>
                  <a:cubicBezTo>
                    <a:pt x="1168242" y="3395545"/>
                    <a:pt x="1029152" y="3284515"/>
                    <a:pt x="907727" y="3161658"/>
                  </a:cubicBezTo>
                  <a:cubicBezTo>
                    <a:pt x="846675" y="3100321"/>
                    <a:pt x="791155" y="3035041"/>
                    <a:pt x="738935" y="2968204"/>
                  </a:cubicBezTo>
                  <a:cubicBezTo>
                    <a:pt x="687008" y="2901090"/>
                    <a:pt x="637602" y="2832969"/>
                    <a:pt x="591498" y="2763380"/>
                  </a:cubicBezTo>
                  <a:cubicBezTo>
                    <a:pt x="579656" y="2746143"/>
                    <a:pt x="568494" y="2728631"/>
                    <a:pt x="557041" y="2711212"/>
                  </a:cubicBezTo>
                  <a:lnTo>
                    <a:pt x="524137" y="2660602"/>
                  </a:lnTo>
                  <a:cubicBezTo>
                    <a:pt x="503074" y="2627871"/>
                    <a:pt x="481236" y="2595414"/>
                    <a:pt x="459202" y="2562498"/>
                  </a:cubicBezTo>
                  <a:lnTo>
                    <a:pt x="324673" y="2362077"/>
                  </a:lnTo>
                  <a:cubicBezTo>
                    <a:pt x="279540" y="2293772"/>
                    <a:pt x="234988" y="2223449"/>
                    <a:pt x="193348" y="2150193"/>
                  </a:cubicBezTo>
                  <a:cubicBezTo>
                    <a:pt x="172576" y="2113519"/>
                    <a:pt x="152485" y="2076203"/>
                    <a:pt x="134141" y="2037880"/>
                  </a:cubicBezTo>
                  <a:cubicBezTo>
                    <a:pt x="115893" y="1999464"/>
                    <a:pt x="98907" y="1960315"/>
                    <a:pt x="83862" y="1920339"/>
                  </a:cubicBezTo>
                  <a:cubicBezTo>
                    <a:pt x="69108" y="1880274"/>
                    <a:pt x="56005" y="1839657"/>
                    <a:pt x="45329" y="1798399"/>
                  </a:cubicBezTo>
                  <a:cubicBezTo>
                    <a:pt x="40281" y="1777771"/>
                    <a:pt x="35137" y="1757049"/>
                    <a:pt x="30963" y="1736238"/>
                  </a:cubicBezTo>
                  <a:lnTo>
                    <a:pt x="24655" y="1705064"/>
                  </a:lnTo>
                  <a:lnTo>
                    <a:pt x="19413" y="1673800"/>
                  </a:lnTo>
                  <a:cubicBezTo>
                    <a:pt x="5727" y="1590367"/>
                    <a:pt x="0" y="1506476"/>
                    <a:pt x="0" y="1423317"/>
                  </a:cubicBezTo>
                  <a:cubicBezTo>
                    <a:pt x="388" y="1259661"/>
                    <a:pt x="18539" y="1096004"/>
                    <a:pt x="53870" y="935280"/>
                  </a:cubicBezTo>
                  <a:cubicBezTo>
                    <a:pt x="89104" y="774649"/>
                    <a:pt x="143070" y="617135"/>
                    <a:pt x="215770" y="467689"/>
                  </a:cubicBezTo>
                  <a:cubicBezTo>
                    <a:pt x="288809" y="318243"/>
                    <a:pt x="378252" y="176659"/>
                    <a:pt x="480592" y="439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C02A9F7-5A86-41CD-98C2-5EE1CDE3A7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28916" y="0"/>
              <a:ext cx="3860037" cy="3776788"/>
            </a:xfrm>
            <a:custGeom>
              <a:avLst/>
              <a:gdLst>
                <a:gd name="connsiteX0" fmla="*/ 558050 w 3860037"/>
                <a:gd name="connsiteY0" fmla="*/ 0 h 3776788"/>
                <a:gd name="connsiteX1" fmla="*/ 1224060 w 3860037"/>
                <a:gd name="connsiteY1" fmla="*/ 0 h 3776788"/>
                <a:gd name="connsiteX2" fmla="*/ 1103279 w 3860037"/>
                <a:gd name="connsiteY2" fmla="*/ 106801 h 3776788"/>
                <a:gd name="connsiteX3" fmla="*/ 697005 w 3860037"/>
                <a:gd name="connsiteY3" fmla="*/ 633564 h 3776788"/>
                <a:gd name="connsiteX4" fmla="*/ 485409 w 3860037"/>
                <a:gd name="connsiteY4" fmla="*/ 1429020 h 3776788"/>
                <a:gd name="connsiteX5" fmla="*/ 835609 w 3860037"/>
                <a:gd name="connsiteY5" fmla="*/ 2167631 h 3776788"/>
                <a:gd name="connsiteX6" fmla="*/ 1012069 w 3860037"/>
                <a:gd name="connsiteY6" fmla="*/ 2402068 h 3776788"/>
                <a:gd name="connsiteX7" fmla="*/ 2667856 w 3860037"/>
                <a:gd name="connsiteY7" fmla="*/ 3318457 h 3776788"/>
                <a:gd name="connsiteX8" fmla="*/ 3757171 w 3860037"/>
                <a:gd name="connsiteY8" fmla="*/ 2876678 h 3776788"/>
                <a:gd name="connsiteX9" fmla="*/ 3860037 w 3860037"/>
                <a:gd name="connsiteY9" fmla="*/ 2801824 h 3776788"/>
                <a:gd name="connsiteX10" fmla="*/ 3860037 w 3860037"/>
                <a:gd name="connsiteY10" fmla="*/ 3372874 h 3776788"/>
                <a:gd name="connsiteX11" fmla="*/ 3694757 w 3860037"/>
                <a:gd name="connsiteY11" fmla="*/ 3476377 h 3776788"/>
                <a:gd name="connsiteX12" fmla="*/ 2667759 w 3860037"/>
                <a:gd name="connsiteY12" fmla="*/ 3776788 h 3776788"/>
                <a:gd name="connsiteX13" fmla="*/ 610425 w 3860037"/>
                <a:gd name="connsiteY13" fmla="*/ 2659336 h 3776788"/>
                <a:gd name="connsiteX14" fmla="*/ 0 w 3860037"/>
                <a:gd name="connsiteY14" fmla="*/ 1428928 h 3776788"/>
                <a:gd name="connsiteX15" fmla="*/ 405569 w 3860037"/>
                <a:gd name="connsiteY15" fmla="*/ 197288 h 3776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860037" h="3776788">
                  <a:moveTo>
                    <a:pt x="558050" y="0"/>
                  </a:moveTo>
                  <a:lnTo>
                    <a:pt x="1224060" y="0"/>
                  </a:lnTo>
                  <a:lnTo>
                    <a:pt x="1103279" y="106801"/>
                  </a:lnTo>
                  <a:cubicBezTo>
                    <a:pt x="936215" y="268568"/>
                    <a:pt x="800012" y="445084"/>
                    <a:pt x="697005" y="633564"/>
                  </a:cubicBezTo>
                  <a:cubicBezTo>
                    <a:pt x="556653" y="890464"/>
                    <a:pt x="485409" y="1158092"/>
                    <a:pt x="485409" y="1429020"/>
                  </a:cubicBezTo>
                  <a:cubicBezTo>
                    <a:pt x="485409" y="1701873"/>
                    <a:pt x="599069" y="1861221"/>
                    <a:pt x="835609" y="2167631"/>
                  </a:cubicBezTo>
                  <a:cubicBezTo>
                    <a:pt x="892682" y="2241529"/>
                    <a:pt x="951696" y="2317994"/>
                    <a:pt x="1012069" y="2402068"/>
                  </a:cubicBezTo>
                  <a:cubicBezTo>
                    <a:pt x="1473407" y="3044412"/>
                    <a:pt x="1968619" y="3318457"/>
                    <a:pt x="2667856" y="3318457"/>
                  </a:cubicBezTo>
                  <a:cubicBezTo>
                    <a:pt x="3069403" y="3318457"/>
                    <a:pt x="3377389" y="3147529"/>
                    <a:pt x="3757171" y="2876678"/>
                  </a:cubicBezTo>
                  <a:lnTo>
                    <a:pt x="3860037" y="2801824"/>
                  </a:lnTo>
                  <a:lnTo>
                    <a:pt x="3860037" y="3372874"/>
                  </a:lnTo>
                  <a:lnTo>
                    <a:pt x="3694757" y="3476377"/>
                  </a:lnTo>
                  <a:cubicBezTo>
                    <a:pt x="3392861" y="3653193"/>
                    <a:pt x="3067353" y="3776788"/>
                    <a:pt x="2667759" y="3776788"/>
                  </a:cubicBezTo>
                  <a:cubicBezTo>
                    <a:pt x="1719653" y="3776788"/>
                    <a:pt x="1104085" y="3346695"/>
                    <a:pt x="610425" y="2659336"/>
                  </a:cubicBezTo>
                  <a:cubicBezTo>
                    <a:pt x="314191" y="2246938"/>
                    <a:pt x="0" y="1964091"/>
                    <a:pt x="0" y="1428928"/>
                  </a:cubicBezTo>
                  <a:cubicBezTo>
                    <a:pt x="0" y="982968"/>
                    <a:pt x="151158" y="563404"/>
                    <a:pt x="405569" y="19728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88535FA6-8D15-4E17-B087-AD3D457117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28916" y="0"/>
              <a:ext cx="3860037" cy="3776788"/>
            </a:xfrm>
            <a:custGeom>
              <a:avLst/>
              <a:gdLst>
                <a:gd name="connsiteX0" fmla="*/ 558050 w 3860037"/>
                <a:gd name="connsiteY0" fmla="*/ 0 h 3776788"/>
                <a:gd name="connsiteX1" fmla="*/ 1370196 w 3860037"/>
                <a:gd name="connsiteY1" fmla="*/ 0 h 3776788"/>
                <a:gd name="connsiteX2" fmla="*/ 1343634 w 3860037"/>
                <a:gd name="connsiteY2" fmla="*/ 19644 h 3776788"/>
                <a:gd name="connsiteX3" fmla="*/ 783196 w 3860037"/>
                <a:gd name="connsiteY3" fmla="*/ 675555 h 3776788"/>
                <a:gd name="connsiteX4" fmla="*/ 582374 w 3860037"/>
                <a:gd name="connsiteY4" fmla="*/ 1429020 h 3776788"/>
                <a:gd name="connsiteX5" fmla="*/ 913939 w 3860037"/>
                <a:gd name="connsiteY5" fmla="*/ 2113629 h 3776788"/>
                <a:gd name="connsiteX6" fmla="*/ 1092340 w 3860037"/>
                <a:gd name="connsiteY6" fmla="*/ 2350634 h 3776788"/>
                <a:gd name="connsiteX7" fmla="*/ 1772941 w 3860037"/>
                <a:gd name="connsiteY7" fmla="*/ 3006913 h 3776788"/>
                <a:gd name="connsiteX8" fmla="*/ 2667759 w 3860037"/>
                <a:gd name="connsiteY8" fmla="*/ 3226772 h 3776788"/>
                <a:gd name="connsiteX9" fmla="*/ 3243339 w 3860037"/>
                <a:gd name="connsiteY9" fmla="*/ 3086769 h 3776788"/>
                <a:gd name="connsiteX10" fmla="*/ 3702873 w 3860037"/>
                <a:gd name="connsiteY10" fmla="*/ 2800709 h 3776788"/>
                <a:gd name="connsiteX11" fmla="*/ 3860037 w 3860037"/>
                <a:gd name="connsiteY11" fmla="*/ 2686097 h 3776788"/>
                <a:gd name="connsiteX12" fmla="*/ 3860037 w 3860037"/>
                <a:gd name="connsiteY12" fmla="*/ 3372874 h 3776788"/>
                <a:gd name="connsiteX13" fmla="*/ 3694757 w 3860037"/>
                <a:gd name="connsiteY13" fmla="*/ 3476377 h 3776788"/>
                <a:gd name="connsiteX14" fmla="*/ 2667759 w 3860037"/>
                <a:gd name="connsiteY14" fmla="*/ 3776788 h 3776788"/>
                <a:gd name="connsiteX15" fmla="*/ 610425 w 3860037"/>
                <a:gd name="connsiteY15" fmla="*/ 2659336 h 3776788"/>
                <a:gd name="connsiteX16" fmla="*/ 0 w 3860037"/>
                <a:gd name="connsiteY16" fmla="*/ 1428928 h 3776788"/>
                <a:gd name="connsiteX17" fmla="*/ 405569 w 3860037"/>
                <a:gd name="connsiteY17" fmla="*/ 197288 h 3776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860037" h="3776788">
                  <a:moveTo>
                    <a:pt x="558050" y="0"/>
                  </a:moveTo>
                  <a:lnTo>
                    <a:pt x="1370196" y="0"/>
                  </a:lnTo>
                  <a:lnTo>
                    <a:pt x="1343634" y="19644"/>
                  </a:lnTo>
                  <a:cubicBezTo>
                    <a:pt x="1106705" y="211357"/>
                    <a:pt x="912969" y="438184"/>
                    <a:pt x="783196" y="675555"/>
                  </a:cubicBezTo>
                  <a:cubicBezTo>
                    <a:pt x="649929" y="919345"/>
                    <a:pt x="582374" y="1172853"/>
                    <a:pt x="582374" y="1429020"/>
                  </a:cubicBezTo>
                  <a:cubicBezTo>
                    <a:pt x="582374" y="1673817"/>
                    <a:pt x="683999" y="1815838"/>
                    <a:pt x="913939" y="2113629"/>
                  </a:cubicBezTo>
                  <a:cubicBezTo>
                    <a:pt x="971497" y="2188169"/>
                    <a:pt x="1030996" y="2265275"/>
                    <a:pt x="1092340" y="2350634"/>
                  </a:cubicBezTo>
                  <a:cubicBezTo>
                    <a:pt x="1309274" y="2652643"/>
                    <a:pt x="1531839" y="2867368"/>
                    <a:pt x="1772941" y="3006913"/>
                  </a:cubicBezTo>
                  <a:cubicBezTo>
                    <a:pt x="2028506" y="3154891"/>
                    <a:pt x="2321246" y="3226772"/>
                    <a:pt x="2667759" y="3226772"/>
                  </a:cubicBezTo>
                  <a:cubicBezTo>
                    <a:pt x="2864407" y="3226772"/>
                    <a:pt x="3047273" y="3182305"/>
                    <a:pt x="3243339" y="3086769"/>
                  </a:cubicBezTo>
                  <a:cubicBezTo>
                    <a:pt x="3394318" y="3013193"/>
                    <a:pt x="3544153" y="2914345"/>
                    <a:pt x="3702873" y="2800709"/>
                  </a:cubicBezTo>
                  <a:lnTo>
                    <a:pt x="3860037" y="2686097"/>
                  </a:lnTo>
                  <a:lnTo>
                    <a:pt x="3860037" y="3372874"/>
                  </a:lnTo>
                  <a:lnTo>
                    <a:pt x="3694757" y="3476377"/>
                  </a:lnTo>
                  <a:cubicBezTo>
                    <a:pt x="3392861" y="3653193"/>
                    <a:pt x="3067353" y="3776788"/>
                    <a:pt x="2667759" y="3776788"/>
                  </a:cubicBezTo>
                  <a:cubicBezTo>
                    <a:pt x="1719653" y="3776788"/>
                    <a:pt x="1104085" y="3346695"/>
                    <a:pt x="610425" y="2659336"/>
                  </a:cubicBezTo>
                  <a:cubicBezTo>
                    <a:pt x="314191" y="2246938"/>
                    <a:pt x="0" y="1964091"/>
                    <a:pt x="0" y="1428928"/>
                  </a:cubicBezTo>
                  <a:cubicBezTo>
                    <a:pt x="0" y="982968"/>
                    <a:pt x="151158" y="563404"/>
                    <a:pt x="405569" y="19728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31ED2366-2CD4-0808-6CA9-9F4E02FBE1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497"/>
          <a:stretch/>
        </p:blipFill>
        <p:spPr>
          <a:xfrm>
            <a:off x="304800" y="1579776"/>
            <a:ext cx="8088650" cy="226784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C30EA908-48C8-AFD6-9BCF-4645E0DD2134}"/>
              </a:ext>
            </a:extLst>
          </p:cNvPr>
          <p:cNvGrpSpPr/>
          <p:nvPr/>
        </p:nvGrpSpPr>
        <p:grpSpPr>
          <a:xfrm>
            <a:off x="304800" y="4435557"/>
            <a:ext cx="11209991" cy="1993131"/>
            <a:chOff x="207523" y="3645669"/>
            <a:chExt cx="11209991" cy="1993131"/>
          </a:xfrm>
        </p:grpSpPr>
        <p:pic>
          <p:nvPicPr>
            <p:cNvPr id="4" name="Picture 3" descr="A close-up of a white background&#10;&#10;Description automatically generated">
              <a:extLst>
                <a:ext uri="{FF2B5EF4-FFF2-40B4-BE49-F238E27FC236}">
                  <a16:creationId xmlns:a16="http://schemas.microsoft.com/office/drawing/2014/main" id="{3DB84E5D-DD85-5EDF-EC91-7CD98AE3B9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7523" y="3645669"/>
              <a:ext cx="11209991" cy="18345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0225BA0-128A-0BE7-14CE-B86AC643ABB5}"/>
                </a:ext>
              </a:extLst>
            </p:cNvPr>
            <p:cNvSpPr txBox="1"/>
            <p:nvPr/>
          </p:nvSpPr>
          <p:spPr>
            <a:xfrm>
              <a:off x="7707549" y="4916739"/>
              <a:ext cx="3189051" cy="72206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75699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D22F46-1825-8079-904C-79B20E70D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000" dirty="0"/>
              <a:t>Calibration of Platforms using CMM</a:t>
            </a:r>
            <a:r>
              <a:rPr lang="en-US" sz="40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BD307-B5F6-80D7-C4E4-A7BAF8B7C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 fontScale="85000" lnSpcReduction="20000"/>
          </a:bodyPr>
          <a:lstStyle/>
          <a:p>
            <a:pPr>
              <a:spcAft>
                <a:spcPts val="600"/>
              </a:spcAft>
            </a:pPr>
            <a:r>
              <a:rPr lang="en-US" sz="2400" dirty="0"/>
              <a:t>Calibration of individual plates are necessary to locate real universal joint points for</a:t>
            </a:r>
          </a:p>
          <a:p>
            <a:pPr>
              <a:spcAft>
                <a:spcPts val="600"/>
              </a:spcAft>
            </a:pPr>
            <a:endParaRPr lang="en-US" sz="24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Fixed Platform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Moving Platform</a:t>
            </a:r>
          </a:p>
          <a:p>
            <a:pPr>
              <a:spcAft>
                <a:spcPts val="600"/>
              </a:spcAft>
            </a:pPr>
            <a:endParaRPr lang="en-US" sz="2400" dirty="0"/>
          </a:p>
          <a:p>
            <a:pPr>
              <a:spcAft>
                <a:spcPts val="600"/>
              </a:spcAft>
            </a:pPr>
            <a:r>
              <a:rPr lang="en-US" sz="2400" dirty="0"/>
              <a:t>Leg center points are Recorded </a:t>
            </a:r>
          </a:p>
          <a:p>
            <a:pPr>
              <a:spcAft>
                <a:spcPts val="600"/>
              </a:spcAft>
            </a:pPr>
            <a:endParaRPr lang="en-US" sz="900" dirty="0"/>
          </a:p>
          <a:p>
            <a:pPr>
              <a:spcAft>
                <a:spcPts val="600"/>
              </a:spcAft>
            </a:pPr>
            <a:endParaRPr lang="en-US" sz="900" dirty="0"/>
          </a:p>
          <a:p>
            <a:pPr>
              <a:spcAft>
                <a:spcPts val="600"/>
              </a:spcAft>
            </a:pPr>
            <a:endParaRPr lang="en-US" sz="900" dirty="0"/>
          </a:p>
          <a:p>
            <a:pPr>
              <a:spcAft>
                <a:spcPts val="600"/>
              </a:spcAft>
            </a:pPr>
            <a:endParaRPr lang="en-US" sz="900" dirty="0"/>
          </a:p>
          <a:p>
            <a:pPr>
              <a:spcAft>
                <a:spcPts val="600"/>
              </a:spcAft>
            </a:pPr>
            <a:r>
              <a:rPr lang="en-US" sz="900" b="1" dirty="0">
                <a:solidFill>
                  <a:srgbClr val="FF0000"/>
                </a:solidFill>
              </a:rPr>
              <a:t>Note: calibration points numbering is different from assembly points numbering</a:t>
            </a:r>
            <a:endParaRPr lang="en-US" sz="2400" b="1" dirty="0">
              <a:solidFill>
                <a:srgbClr val="FF0000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158DABE-4121-34AB-F9A1-129A4759185E}"/>
              </a:ext>
            </a:extLst>
          </p:cNvPr>
          <p:cNvSpPr txBox="1"/>
          <p:nvPr/>
        </p:nvSpPr>
        <p:spPr>
          <a:xfrm>
            <a:off x="7239000" y="6048102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*</a:t>
            </a:r>
            <a:r>
              <a:rPr lang="en-US" dirty="0"/>
              <a:t>CMM (Coordinate Measuring machine)</a:t>
            </a: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46865E68-C0B9-42BA-EDB0-DBE9B013F31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610600" y="649224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rtl="0">
              <a:spcAft>
                <a:spcPts val="600"/>
              </a:spcAft>
              <a:defRPr/>
            </a:pPr>
            <a:fld id="{81D60167-4931-47E6-BA6A-407CBD079E47}" type="slidenum">
              <a:rPr lang="en-US" sz="1200" kern="12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algn="r" rtl="0">
                <a:spcAft>
                  <a:spcPts val="600"/>
                </a:spcAft>
                <a:defRPr/>
              </a:pPr>
              <a:t>6</a:t>
            </a:fld>
            <a:endParaRPr lang="en-US" sz="1200" kern="1200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5197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55CA618-78A6-47F6-B865-E9315164F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83D307E-DF68-43F8-97CE-0AAE950A7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71255" y="-1"/>
            <a:ext cx="7649490" cy="5728133"/>
            <a:chOff x="329184" y="1"/>
            <a:chExt cx="524256" cy="5728133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546E3D2-37BF-4528-9851-2B2F628234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28134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2A0C69-DC4E-4FC0-843C-BAA27B3A5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8ED94938-268E-4C0A-A08A-B3980C78B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318045"/>
            <a:ext cx="10999072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43440-11A6-F16B-59F8-88E2F262B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878" y="5465116"/>
            <a:ext cx="10071536" cy="9297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rtl="0">
              <a:lnSpc>
                <a:spcPct val="90000"/>
              </a:lnSpc>
              <a:spcBef>
                <a:spcPct val="0"/>
              </a:spcBef>
            </a:pPr>
            <a:r>
              <a:rPr lang="en-US" sz="3200" kern="1200" dirty="0">
                <a:latin typeface="+mj-lt"/>
                <a:cs typeface="+mj-cs"/>
              </a:rPr>
              <a:t>Calibration of Platforms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D944D3-8E2C-3A93-7D69-2089D9662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91618" y="1361562"/>
            <a:ext cx="3827417" cy="3254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bject 6">
            <a:extLst>
              <a:ext uri="{FF2B5EF4-FFF2-40B4-BE49-F238E27FC236}">
                <a16:creationId xmlns:a16="http://schemas.microsoft.com/office/drawing/2014/main" id="{76F7CD52-4813-3C71-4360-F4C34752D22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610600" y="649224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rtl="0">
              <a:spcAft>
                <a:spcPts val="600"/>
              </a:spcAft>
              <a:defRPr/>
            </a:pPr>
            <a:fld id="{81D60167-4931-47E6-BA6A-407CBD079E47}" type="slidenum">
              <a:rPr lang="en-US" sz="1200" kern="12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algn="r" rtl="0">
                <a:spcAft>
                  <a:spcPts val="600"/>
                </a:spcAft>
                <a:defRPr/>
              </a:pPr>
              <a:t>7</a:t>
            </a:fld>
            <a:endParaRPr lang="en-US" sz="1200" kern="1200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8A57B0A-D2F7-7C97-34E2-7BABF7281139}"/>
              </a:ext>
            </a:extLst>
          </p:cNvPr>
          <p:cNvGrpSpPr/>
          <p:nvPr/>
        </p:nvGrpSpPr>
        <p:grpSpPr>
          <a:xfrm>
            <a:off x="838200" y="1316738"/>
            <a:ext cx="6323549" cy="5858672"/>
            <a:chOff x="897717" y="985801"/>
            <a:chExt cx="5069590" cy="426647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38C11CE-62DD-B544-6645-07EF89986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7717" y="985801"/>
              <a:ext cx="5069590" cy="2370032"/>
            </a:xfrm>
            <a:prstGeom prst="rect">
              <a:avLst/>
            </a:prstGeom>
          </p:spPr>
        </p:pic>
        <p:graphicFrame>
          <p:nvGraphicFramePr>
            <p:cNvPr id="5" name="Object 4">
              <a:extLst>
                <a:ext uri="{FF2B5EF4-FFF2-40B4-BE49-F238E27FC236}">
                  <a16:creationId xmlns:a16="http://schemas.microsoft.com/office/drawing/2014/main" id="{BF4DFB21-AE6F-95F6-8A2D-1CEFBE5AC1E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62156059"/>
                </p:ext>
              </p:extLst>
            </p:nvPr>
          </p:nvGraphicFramePr>
          <p:xfrm>
            <a:off x="1006858" y="4460115"/>
            <a:ext cx="914400" cy="792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ackager Shell Object" showAsIcon="1" r:id="rId4" imgW="914400" imgH="792417" progId="Package">
                    <p:embed/>
                  </p:oleObj>
                </mc:Choice>
                <mc:Fallback>
                  <p:oleObj name="Packager Shell Object" showAsIcon="1" r:id="rId4" imgW="914400" imgH="792417" progId="Package">
                    <p:embed/>
                    <p:pic>
                      <p:nvPicPr>
                        <p:cNvPr id="5" name="Object 4">
                          <a:extLst>
                            <a:ext uri="{FF2B5EF4-FFF2-40B4-BE49-F238E27FC236}">
                              <a16:creationId xmlns:a16="http://schemas.microsoft.com/office/drawing/2014/main" id="{BF4DFB21-AE6F-95F6-8A2D-1CEFBE5AC1E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006858" y="4460115"/>
                          <a:ext cx="914400" cy="7921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068294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21C4EA8-6B83-4338-913D-D75D3C4F3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67D446-FC21-DE1F-0669-E4B0B6ED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497" y="679731"/>
            <a:ext cx="3243903" cy="37365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</a:pPr>
            <a:r>
              <a:rPr lang="en-US" sz="4600" kern="1200" dirty="0">
                <a:latin typeface="+mj-lt"/>
                <a:cs typeface="+mj-cs"/>
              </a:rPr>
              <a:t>Moving Measured Points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84C71-1178-F456-3A86-5BCF53EDE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7497" y="4685288"/>
            <a:ext cx="3124151" cy="1035781"/>
          </a:xfrm>
        </p:spPr>
        <p:txBody>
          <a:bodyPr vert="horz" lIns="91440" tIns="45720" rIns="91440" bIns="45720" rtlCol="0">
            <a:normAutofit/>
          </a:bodyPr>
          <a:lstStyle/>
          <a:p>
            <a:pPr algn="l" rtl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1800" kern="1200">
                <a:latin typeface="+mn-lt"/>
                <a:cs typeface="+mn-cs"/>
              </a:rPr>
              <a:t>Platform Calibration points are different from assembly Points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1084" y="679731"/>
            <a:ext cx="7682293" cy="56628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iagram of a machine&#10;&#10;Description automatically generated">
            <a:extLst>
              <a:ext uri="{FF2B5EF4-FFF2-40B4-BE49-F238E27FC236}">
                <a16:creationId xmlns:a16="http://schemas.microsoft.com/office/drawing/2014/main" id="{92870308-AA7D-08A6-99FF-72F1FDDC69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1064"/>
          <a:stretch/>
        </p:blipFill>
        <p:spPr>
          <a:xfrm>
            <a:off x="4125081" y="1423543"/>
            <a:ext cx="3383280" cy="41451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63710D-30D2-BAF1-D39A-4B8AA8279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12357" y="2576412"/>
            <a:ext cx="3383280" cy="1839381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CDB2CD6D-DC88-58EF-8DFC-F5AA8BE09E3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610600" y="649224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rtl="0">
              <a:spcAft>
                <a:spcPts val="600"/>
              </a:spcAft>
              <a:defRPr/>
            </a:pPr>
            <a:fld id="{81D60167-4931-47E6-BA6A-407CBD079E47}" type="slidenum">
              <a:rPr lang="en-US" sz="1200" kern="12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algn="r" rtl="0">
                <a:spcAft>
                  <a:spcPts val="600"/>
                </a:spcAft>
                <a:defRPr/>
              </a:pPr>
              <a:t>8</a:t>
            </a:fld>
            <a:endParaRPr lang="en-US" sz="1200" kern="1200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9817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B0B8DCBA-FEED-46EF-A140-35B904015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001A0F-C655-34F3-B93F-1B5AEB57D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3200" dirty="0">
                <a:latin typeface="+mj-lt"/>
              </a:rPr>
              <a:t>Calibrated assembled Hexapod and captured following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24AAB-184E-618D-C915-46F007724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3631" y="2524721"/>
            <a:ext cx="5187236" cy="2524824"/>
          </a:xfrm>
        </p:spPr>
        <p:txBody>
          <a:bodyPr anchor="ctr">
            <a:normAutofit/>
          </a:bodyPr>
          <a:lstStyle/>
          <a:p>
            <a:pPr algn="l" rtl="0"/>
            <a:r>
              <a:rPr lang="en-US" sz="2000" kern="1200" spc="-45" dirty="0">
                <a:latin typeface="+mn-lt"/>
                <a:ea typeface="+mn-ea"/>
                <a:cs typeface="+mn-cs"/>
              </a:rPr>
              <a:t>Kept all legs gauges at </a:t>
            </a:r>
            <a:r>
              <a:rPr lang="en-US" sz="2000" i="1" kern="1200" spc="-45" dirty="0">
                <a:latin typeface="+mn-lt"/>
                <a:ea typeface="+mn-ea"/>
                <a:cs typeface="+mn-cs"/>
              </a:rPr>
              <a:t>Zero position (Case 1)</a:t>
            </a:r>
            <a:r>
              <a:rPr lang="en-US" sz="2000" i="1" kern="1200" spc="-45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*</a:t>
            </a:r>
            <a:r>
              <a:rPr lang="en-US" sz="2000" kern="1200" spc="-45" dirty="0">
                <a:latin typeface="+mn-lt"/>
                <a:ea typeface="+mn-ea"/>
                <a:cs typeface="+mn-cs"/>
              </a:rPr>
              <a:t>, and captured B points and T points  (fig) using CMM</a:t>
            </a:r>
          </a:p>
          <a:p>
            <a:pPr algn="l" rtl="0"/>
            <a:endParaRPr lang="en-US" sz="2000" kern="1200" spc="-45" dirty="0">
              <a:latin typeface="+mn-lt"/>
              <a:cs typeface="+mn-cs"/>
            </a:endParaRPr>
          </a:p>
          <a:p>
            <a:pPr algn="l" rtl="0"/>
            <a:endParaRPr lang="en-US" sz="2000" kern="1200" spc="-45" dirty="0">
              <a:latin typeface="+mn-lt"/>
              <a:ea typeface="+mn-ea"/>
              <a:cs typeface="+mn-cs"/>
            </a:endParaRPr>
          </a:p>
          <a:p>
            <a:pPr algn="l" rtl="0"/>
            <a:endParaRPr lang="en-US" sz="2000" kern="1200" spc="-45" dirty="0">
              <a:latin typeface="+mn-lt"/>
              <a:cs typeface="+mn-cs"/>
            </a:endParaRPr>
          </a:p>
          <a:p>
            <a:pPr algn="l" rtl="0"/>
            <a:endParaRPr lang="en-US" sz="2000" kern="1200" spc="-45" dirty="0">
              <a:latin typeface="+mn-lt"/>
              <a:ea typeface="+mn-ea"/>
              <a:cs typeface="+mn-cs"/>
            </a:endParaRPr>
          </a:p>
          <a:p>
            <a:pPr algn="l" rtl="0"/>
            <a:endParaRPr lang="en-US" sz="2000" kern="1200" spc="-45" dirty="0">
              <a:latin typeface="+mn-lt"/>
              <a:ea typeface="+mn-ea"/>
              <a:cs typeface="+mn-cs"/>
            </a:endParaRPr>
          </a:p>
        </p:txBody>
      </p:sp>
      <p:pic>
        <p:nvPicPr>
          <p:cNvPr id="4" name="Picture 3" descr="A diagram of a machine&#10;&#10;Description automatically generated">
            <a:extLst>
              <a:ext uri="{FF2B5EF4-FFF2-40B4-BE49-F238E27FC236}">
                <a16:creationId xmlns:a16="http://schemas.microsoft.com/office/drawing/2014/main" id="{02808DC7-54A6-5188-B1B8-8972FFB2D6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1064"/>
          <a:stretch/>
        </p:blipFill>
        <p:spPr>
          <a:xfrm>
            <a:off x="6788383" y="613147"/>
            <a:ext cx="4565417" cy="5593443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B96C098-AB3F-7477-9958-2CD7A4E43E6C}"/>
              </a:ext>
            </a:extLst>
          </p:cNvPr>
          <p:cNvSpPr txBox="1"/>
          <p:nvPr/>
        </p:nvSpPr>
        <p:spPr>
          <a:xfrm>
            <a:off x="838200" y="6536707"/>
            <a:ext cx="6934200" cy="244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90000"/>
              </a:lnSpc>
              <a:spcAft>
                <a:spcPts val="600"/>
              </a:spcAft>
            </a:pPr>
            <a:r>
              <a:rPr lang="en-US" sz="11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CMM Coding: </a:t>
            </a:r>
            <a:r>
              <a:rPr lang="en-US" sz="1100" kern="1200" dirty="0">
                <a:solidFill>
                  <a:srgbClr val="00B050"/>
                </a:solidFill>
                <a:latin typeface="+mn-lt"/>
                <a:ea typeface="+mn-ea"/>
                <a:cs typeface="+mn-cs"/>
                <a:hlinkClick r:id="rId3"/>
              </a:rPr>
              <a:t>https://github.com/kodandachalla/Hexapod_Calibration</a:t>
            </a:r>
            <a:r>
              <a:rPr lang="en-US" sz="1100" kern="1200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B0F055B5-4176-2065-E89D-DE290A38D1E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610600" y="649224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rtl="0">
              <a:spcAft>
                <a:spcPts val="600"/>
              </a:spcAft>
              <a:defRPr/>
            </a:pPr>
            <a:fld id="{81D60167-4931-47E6-BA6A-407CBD079E47}" type="slidenum">
              <a:rPr lang="en-US" sz="1200" kern="12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algn="r" rtl="0">
                <a:spcAft>
                  <a:spcPts val="600"/>
                </a:spcAft>
                <a:defRPr/>
              </a:pPr>
              <a:t>9</a:t>
            </a:fld>
            <a:endParaRPr lang="en-US" sz="1200" kern="1200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820A5DC-2840-B76E-F906-0BE74EDF3529}"/>
              </a:ext>
            </a:extLst>
          </p:cNvPr>
          <p:cNvGrpSpPr/>
          <p:nvPr/>
        </p:nvGrpSpPr>
        <p:grpSpPr>
          <a:xfrm>
            <a:off x="1021803" y="5125521"/>
            <a:ext cx="6582234" cy="1084425"/>
            <a:chOff x="1021803" y="5125521"/>
            <a:chExt cx="6582234" cy="108442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CE80927-5AA3-F3CB-C5C2-91B4676FA8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1803" y="5125521"/>
              <a:ext cx="6566994" cy="1084425"/>
            </a:xfrm>
            <a:prstGeom prst="rect">
              <a:avLst/>
            </a:prstGeom>
          </p:spPr>
        </p:pic>
        <p:graphicFrame>
          <p:nvGraphicFramePr>
            <p:cNvPr id="9" name="Object 8">
              <a:extLst>
                <a:ext uri="{FF2B5EF4-FFF2-40B4-BE49-F238E27FC236}">
                  <a16:creationId xmlns:a16="http://schemas.microsoft.com/office/drawing/2014/main" id="{C6AB841D-B627-CFB8-4CF4-6540D3C7E5D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62197437"/>
                </p:ext>
              </p:extLst>
            </p:nvPr>
          </p:nvGraphicFramePr>
          <p:xfrm>
            <a:off x="6689637" y="5180829"/>
            <a:ext cx="914400" cy="792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ackager Shell Object" showAsIcon="1" r:id="rId5" imgW="914400" imgH="792417" progId="Package">
                    <p:embed/>
                  </p:oleObj>
                </mc:Choice>
                <mc:Fallback>
                  <p:oleObj name="Packager Shell Object" showAsIcon="1" r:id="rId5" imgW="914400" imgH="792417" progId="Package">
                    <p:embed/>
                    <p:pic>
                      <p:nvPicPr>
                        <p:cNvPr id="9" name="Object 8">
                          <a:extLst>
                            <a:ext uri="{FF2B5EF4-FFF2-40B4-BE49-F238E27FC236}">
                              <a16:creationId xmlns:a16="http://schemas.microsoft.com/office/drawing/2014/main" id="{C6AB841D-B627-CFB8-4CF4-6540D3C7E5D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689637" y="5180829"/>
                          <a:ext cx="914400" cy="7921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125837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B0B8DCBA-FEED-46EF-A140-35B904015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001A0F-C655-34F3-B93F-1B5AEB57D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</a:pPr>
            <a:r>
              <a:rPr lang="en-US" sz="3600" kern="1200" dirty="0">
                <a:latin typeface="+mj-lt"/>
                <a:cs typeface="+mj-cs"/>
              </a:rPr>
              <a:t>CMM Coding</a:t>
            </a:r>
          </a:p>
        </p:txBody>
      </p:sp>
      <p:sp>
        <p:nvSpPr>
          <p:cNvPr id="62" name="object 12">
            <a:extLst>
              <a:ext uri="{FF2B5EF4-FFF2-40B4-BE49-F238E27FC236}">
                <a16:creationId xmlns:a16="http://schemas.microsoft.com/office/drawing/2014/main" id="{5D5416F9-839B-DB38-D77E-CDDD6C611222}"/>
              </a:ext>
            </a:extLst>
          </p:cNvPr>
          <p:cNvSpPr txBox="1"/>
          <p:nvPr/>
        </p:nvSpPr>
        <p:spPr>
          <a:xfrm>
            <a:off x="1045029" y="2524721"/>
            <a:ext cx="4991629" cy="36771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98450" marR="5080" indent="-228600" algn="l" rtl="0">
              <a:lnSpc>
                <a:spcPct val="90000"/>
              </a:lnSpc>
              <a:spcBef>
                <a:spcPts val="65"/>
              </a:spcBef>
              <a:buFont typeface="Arial" panose="020B0604020202020204" pitchFamily="34" charset="0"/>
              <a:buChar char="•"/>
            </a:pPr>
            <a:r>
              <a:rPr lang="en-US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Take</a:t>
            </a:r>
            <a:r>
              <a:rPr lang="en-US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points along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four</a:t>
            </a:r>
            <a:r>
              <a:rPr lang="en-US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sides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surface </a:t>
            </a:r>
            <a:r>
              <a:rPr lang="en-US" kern="1200" spc="-3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Fixed</a:t>
            </a:r>
            <a:r>
              <a:rPr lang="en-US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platform</a:t>
            </a:r>
            <a:r>
              <a:rPr lang="en-US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CMM.</a:t>
            </a:r>
          </a:p>
          <a:p>
            <a:pPr marL="298450" marR="5080" indent="-228600" algn="l" rtl="0">
              <a:lnSpc>
                <a:spcPct val="90000"/>
              </a:lnSpc>
              <a:spcBef>
                <a:spcPts val="65"/>
              </a:spcBef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 </a:t>
            </a:r>
            <a:r>
              <a:rPr lang="en-US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intersection of the 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four </a:t>
            </a:r>
            <a:r>
              <a:rPr lang="en-US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side planes and </a:t>
            </a:r>
            <a:r>
              <a:rPr lang="en-US" kern="1200" spc="-30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top plane, 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locate </a:t>
            </a:r>
            <a:r>
              <a:rPr lang="en-US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four </a:t>
            </a:r>
            <a:r>
              <a:rPr lang="en-US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corner points (B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points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fig) </a:t>
            </a:r>
            <a:r>
              <a:rPr lang="en-US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the top plane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</a:t>
            </a:r>
            <a:r>
              <a:rPr lang="en-US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bottom </a:t>
            </a:r>
            <a:r>
              <a:rPr lang="en-US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platform.</a:t>
            </a:r>
          </a:p>
          <a:p>
            <a:pPr marL="298450" marR="5080" indent="-228600" algn="l" rtl="0">
              <a:lnSpc>
                <a:spcPct val="90000"/>
              </a:lnSpc>
              <a:spcBef>
                <a:spcPts val="65"/>
              </a:spcBef>
              <a:buFont typeface="Arial" panose="020B0604020202020204" pitchFamily="34" charset="0"/>
              <a:buChar char="•"/>
            </a:pPr>
            <a:r>
              <a:rPr lang="en-US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Remember</a:t>
            </a:r>
            <a:r>
              <a:rPr lang="en-US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origin</a:t>
            </a:r>
            <a:r>
              <a:rPr lang="en-US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</a:t>
            </a:r>
            <a:r>
              <a:rPr lang="en-US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center</a:t>
            </a:r>
            <a:r>
              <a:rPr lang="en-US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 because Simulink MATLAB modeled according to it.</a:t>
            </a:r>
          </a:p>
          <a:p>
            <a:pPr marL="298450" marR="5080" indent="-228600" algn="l" rtl="0">
              <a:lnSpc>
                <a:spcPct val="90000"/>
              </a:lnSpc>
              <a:spcBef>
                <a:spcPts val="65"/>
              </a:spcBef>
              <a:buFont typeface="Arial" panose="020B0604020202020204" pitchFamily="34" charset="0"/>
              <a:buChar char="•"/>
            </a:pPr>
            <a:endParaRPr lang="en-US" kern="1200" spc="-5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69850" marR="5080" algn="l" rtl="0">
              <a:lnSpc>
                <a:spcPct val="90000"/>
              </a:lnSpc>
              <a:spcBef>
                <a:spcPts val="65"/>
              </a:spcBef>
            </a:pPr>
            <a:r>
              <a:rPr lang="en-US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Repeat for top platform</a:t>
            </a: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R="5080" algn="l" rtl="0">
              <a:lnSpc>
                <a:spcPct val="90000"/>
              </a:lnSpc>
              <a:spcBef>
                <a:spcPts val="65"/>
              </a:spcBef>
            </a:pP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2700" marR="5080" indent="-228600" algn="l" rtl="0">
              <a:lnSpc>
                <a:spcPct val="90000"/>
              </a:lnSpc>
              <a:spcBef>
                <a:spcPts val="65"/>
              </a:spcBef>
              <a:buFont typeface="Arial" panose="020B0604020202020204" pitchFamily="34" charset="0"/>
              <a:buChar char="•"/>
            </a:pP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Picture 3" descr="A diagram of a machine&#10;&#10;Description automatically generated">
            <a:extLst>
              <a:ext uri="{FF2B5EF4-FFF2-40B4-BE49-F238E27FC236}">
                <a16:creationId xmlns:a16="http://schemas.microsoft.com/office/drawing/2014/main" id="{02808DC7-54A6-5188-B1B8-8972FFB2D6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1064"/>
          <a:stretch/>
        </p:blipFill>
        <p:spPr>
          <a:xfrm>
            <a:off x="6788383" y="613147"/>
            <a:ext cx="4565417" cy="5593443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bject 6">
            <a:extLst>
              <a:ext uri="{FF2B5EF4-FFF2-40B4-BE49-F238E27FC236}">
                <a16:creationId xmlns:a16="http://schemas.microsoft.com/office/drawing/2014/main" id="{DDD2137A-6B20-A34F-39F8-DC32CFB7E7B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610600" y="649224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rtl="0">
              <a:spcAft>
                <a:spcPts val="600"/>
              </a:spcAft>
              <a:defRPr/>
            </a:pPr>
            <a:fld id="{81D60167-4931-47E6-BA6A-407CBD079E47}" type="slidenum">
              <a:rPr lang="en-US" sz="1200" kern="12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algn="r" rtl="0">
                <a:spcAft>
                  <a:spcPts val="600"/>
                </a:spcAft>
                <a:defRPr/>
              </a:pPr>
              <a:t>10</a:t>
            </a:fld>
            <a:endParaRPr lang="en-US" sz="1200" kern="1200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411502-4B71-BD34-422A-0CC863E4B312}"/>
              </a:ext>
            </a:extLst>
          </p:cNvPr>
          <p:cNvSpPr txBox="1"/>
          <p:nvPr/>
        </p:nvSpPr>
        <p:spPr>
          <a:xfrm>
            <a:off x="838200" y="6536707"/>
            <a:ext cx="6934200" cy="244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90000"/>
              </a:lnSpc>
              <a:spcAft>
                <a:spcPts val="600"/>
              </a:spcAft>
            </a:pPr>
            <a:r>
              <a:rPr lang="en-US" sz="11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CMM Coding: </a:t>
            </a:r>
            <a:r>
              <a:rPr lang="en-US" sz="1100" kern="1200" dirty="0">
                <a:solidFill>
                  <a:srgbClr val="00B050"/>
                </a:solidFill>
                <a:latin typeface="+mn-lt"/>
                <a:ea typeface="+mn-ea"/>
                <a:cs typeface="+mn-cs"/>
                <a:hlinkClick r:id="rId3"/>
              </a:rPr>
              <a:t>https://github.com/kodandachalla/Hexapod_Calibration</a:t>
            </a:r>
            <a:r>
              <a:rPr lang="en-US" sz="1100" kern="1200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9384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B0B8DCBA-FEED-46EF-A140-35B904015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3600" kern="1200" spc="-204" dirty="0">
                <a:latin typeface="+mj-lt"/>
                <a:cs typeface="+mj-cs"/>
              </a:rPr>
              <a:t>Simulink Projection</a:t>
            </a:r>
            <a:endParaRPr lang="en-US" sz="3600" kern="1200" dirty="0">
              <a:latin typeface="+mj-lt"/>
              <a:cs typeface="+mj-c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45029" y="2524721"/>
            <a:ext cx="5185838" cy="36771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1" indent="-228600" algn="l" rtl="0">
              <a:lnSpc>
                <a:spcPct val="90000"/>
              </a:lnSpc>
              <a:spcBef>
                <a:spcPts val="994"/>
              </a:spcBef>
              <a:buFont typeface="Arial" panose="020B0604020202020204" pitchFamily="34" charset="0"/>
              <a:buChar char="•"/>
              <a:tabLst>
                <a:tab pos="514350" algn="l"/>
              </a:tabLst>
            </a:pPr>
            <a:r>
              <a:rPr lang="en-US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Construct</a:t>
            </a:r>
            <a:r>
              <a:rPr lang="en-US" kern="1200" spc="-1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</a:t>
            </a:r>
            <a:r>
              <a:rPr lang="en-US" kern="1200" spc="-1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Plane of the Fixed platform using </a:t>
            </a:r>
            <a:r>
              <a:rPr lang="en-US" dirty="0">
                <a:effectLst/>
                <a:latin typeface="+mn-lt"/>
              </a:rPr>
              <a:t>B points (fig) from assembly calibration </a:t>
            </a:r>
          </a:p>
          <a:p>
            <a:pPr marL="514350" lvl="1" indent="-228600" algn="l" rtl="0">
              <a:lnSpc>
                <a:spcPct val="90000"/>
              </a:lnSpc>
              <a:spcBef>
                <a:spcPts val="994"/>
              </a:spcBef>
              <a:buFont typeface="Arial" panose="020B0604020202020204" pitchFamily="34" charset="0"/>
              <a:buChar char="•"/>
              <a:tabLst>
                <a:tab pos="514350" algn="l"/>
              </a:tabLst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Calculate rotational matrix at center of Fixed platform and </a:t>
            </a:r>
            <a:r>
              <a:rPr lang="en-US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project  Calibrated Fixed leg  points on the plane using 3 non-colinear points Formulae</a:t>
            </a:r>
          </a:p>
          <a:p>
            <a:pPr marL="514350" lvl="1" indent="-228600" algn="l" rtl="0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Char char="•"/>
              <a:tabLst>
                <a:tab pos="514350" algn="l"/>
              </a:tabLst>
            </a:pPr>
            <a:r>
              <a:rPr lang="en-US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Construct</a:t>
            </a:r>
            <a:r>
              <a:rPr lang="en-US" kern="1200" spc="-1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Bottom</a:t>
            </a:r>
            <a:r>
              <a:rPr lang="en-US" kern="1200" spc="-1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Plane of the Moving platform using T</a:t>
            </a:r>
            <a:r>
              <a:rPr lang="en-US" dirty="0">
                <a:effectLst/>
                <a:latin typeface="+mn-lt"/>
              </a:rPr>
              <a:t> points (fig) from assembly calibration </a:t>
            </a:r>
            <a:endParaRPr lang="en-US" kern="1200" spc="-2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514350" lvl="1" indent="-228600" algn="l" rtl="0">
              <a:lnSpc>
                <a:spcPct val="90000"/>
              </a:lnSpc>
              <a:spcBef>
                <a:spcPts val="994"/>
              </a:spcBef>
              <a:buFont typeface="Arial" panose="020B0604020202020204" pitchFamily="34" charset="0"/>
              <a:buChar char="•"/>
              <a:tabLst>
                <a:tab pos="514350" algn="l"/>
              </a:tabLst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Calculate rotational matrix at center of Moving platform and </a:t>
            </a:r>
            <a:r>
              <a:rPr lang="en-US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project  Calibrated Moving leg  points on the </a:t>
            </a:r>
            <a:r>
              <a:rPr lang="en-US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Plane </a:t>
            </a:r>
            <a:r>
              <a:rPr lang="en-US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 3 non-colinear points Formulae</a:t>
            </a:r>
          </a:p>
        </p:txBody>
      </p:sp>
      <p:pic>
        <p:nvPicPr>
          <p:cNvPr id="7" name="Picture 6" descr="A diagram of a machine&#10;&#10;Description automatically generated">
            <a:extLst>
              <a:ext uri="{FF2B5EF4-FFF2-40B4-BE49-F238E27FC236}">
                <a16:creationId xmlns:a16="http://schemas.microsoft.com/office/drawing/2014/main" id="{9FD2B572-133A-95BA-E2F7-E87FED5376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1064"/>
          <a:stretch/>
        </p:blipFill>
        <p:spPr>
          <a:xfrm>
            <a:off x="6788383" y="613147"/>
            <a:ext cx="4565417" cy="5593443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bject 3"/>
          <p:cNvSpPr/>
          <p:nvPr/>
        </p:nvSpPr>
        <p:spPr>
          <a:xfrm>
            <a:off x="4763" y="1154175"/>
            <a:ext cx="804545" cy="120650"/>
          </a:xfrm>
          <a:custGeom>
            <a:avLst/>
            <a:gdLst/>
            <a:ahLst/>
            <a:cxnLst/>
            <a:rect l="l" t="t" r="r" b="b"/>
            <a:pathLst>
              <a:path w="804545" h="120650">
                <a:moveTo>
                  <a:pt x="0" y="120650"/>
                </a:moveTo>
                <a:lnTo>
                  <a:pt x="804188" y="120650"/>
                </a:lnTo>
                <a:lnTo>
                  <a:pt x="804188" y="0"/>
                </a:lnTo>
                <a:lnTo>
                  <a:pt x="0" y="0"/>
                </a:lnTo>
                <a:lnTo>
                  <a:pt x="0" y="1206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7AAEAF01-B107-13FE-DD76-2F19F3F370E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610600" y="649224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rtl="0">
              <a:spcAft>
                <a:spcPts val="600"/>
              </a:spcAft>
              <a:defRPr/>
            </a:pPr>
            <a:fld id="{81D60167-4931-47E6-BA6A-407CBD079E47}" type="slidenum">
              <a:rPr lang="en-US" sz="1200" kern="12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algn="r" rtl="0">
                <a:spcAft>
                  <a:spcPts val="600"/>
                </a:spcAft>
                <a:defRPr/>
              </a:pPr>
              <a:t>11</a:t>
            </a:fld>
            <a:endParaRPr lang="en-US" sz="1200" kern="1200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6F5FCF-D04C-1AC5-DD30-B72CDBCAC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US" sz="3600" dirty="0"/>
              <a:t>Legs length calculation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3FD22-0708-2A65-B247-2B67327276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pPr algn="just">
              <a:spcAft>
                <a:spcPts val="600"/>
              </a:spcAft>
            </a:pPr>
            <a:r>
              <a:rPr lang="en-US" sz="1800"/>
              <a:t>In the global coordinate measure the distance between fixed platform points and moving platform points gives leg lengths</a:t>
            </a:r>
            <a:endParaRPr lang="en-US" sz="18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8E59BE2F-F67E-88F5-A595-5CB2445A7A7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610600" y="649224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rtl="0">
              <a:spcAft>
                <a:spcPts val="600"/>
              </a:spcAft>
              <a:defRPr/>
            </a:pPr>
            <a:fld id="{81D60167-4931-47E6-BA6A-407CBD079E47}" type="slidenum">
              <a:rPr lang="en-US" sz="1200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algn="r" rtl="0">
                <a:spcAft>
                  <a:spcPts val="600"/>
                </a:spcAft>
                <a:defRPr/>
              </a:pPr>
              <a:t>12</a:t>
            </a:fld>
            <a:endParaRPr lang="en-US" sz="1200" kern="1200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2F8850-13E8-84AC-BCDD-7B3B0D261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8774" y="2369344"/>
            <a:ext cx="5638160" cy="14976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0596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93662" y="838200"/>
            <a:ext cx="10066122" cy="609597"/>
          </a:xfrm>
          <a:prstGeom prst="rect">
            <a:avLst/>
          </a:prstGeom>
        </p:spPr>
        <p:txBody>
          <a:bodyPr vert="horz" lIns="0" tIns="16510" rIns="0" bIns="0" rtlCol="0" anchor="b">
            <a:normAutofit fontScale="90000"/>
          </a:bodyPr>
          <a:lstStyle/>
          <a:p>
            <a:pPr marL="12700">
              <a:spcBef>
                <a:spcPts val="130"/>
              </a:spcBef>
            </a:pPr>
            <a:r>
              <a:rPr lang="en-US" sz="4000" spc="-10" dirty="0"/>
              <a:t>Checking</a:t>
            </a:r>
            <a:endParaRPr lang="en-US" sz="40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/>
          <p:nvPr/>
        </p:nvSpPr>
        <p:spPr>
          <a:xfrm>
            <a:off x="4763" y="1185925"/>
            <a:ext cx="804545" cy="0"/>
          </a:xfrm>
          <a:custGeom>
            <a:avLst/>
            <a:gdLst/>
            <a:ahLst/>
            <a:cxnLst/>
            <a:rect l="l" t="t" r="r" b="b"/>
            <a:pathLst>
              <a:path w="804545">
                <a:moveTo>
                  <a:pt x="0" y="0"/>
                </a:moveTo>
                <a:lnTo>
                  <a:pt x="804188" y="0"/>
                </a:lnTo>
              </a:path>
            </a:pathLst>
          </a:custGeom>
          <a:ln w="857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" name="object 4">
            <a:extLst>
              <a:ext uri="{FF2B5EF4-FFF2-40B4-BE49-F238E27FC236}">
                <a16:creationId xmlns:a16="http://schemas.microsoft.com/office/drawing/2014/main" id="{2D7656BB-0B1F-D6F1-0955-D5B1D9BBF3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1952719"/>
              </p:ext>
            </p:extLst>
          </p:nvPr>
        </p:nvGraphicFramePr>
        <p:xfrm>
          <a:off x="1752598" y="2667000"/>
          <a:ext cx="8686801" cy="31809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object 6">
            <a:extLst>
              <a:ext uri="{FF2B5EF4-FFF2-40B4-BE49-F238E27FC236}">
                <a16:creationId xmlns:a16="http://schemas.microsoft.com/office/drawing/2014/main" id="{CE6E6B69-8A9E-1F87-0884-FF2FE4F10B69}"/>
              </a:ext>
            </a:extLst>
          </p:cNvPr>
          <p:cNvSpPr txBox="1">
            <a:spLocks/>
          </p:cNvSpPr>
          <p:nvPr/>
        </p:nvSpPr>
        <p:spPr>
          <a:xfrm>
            <a:off x="8765971" y="6549877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defPPr>
              <a:defRPr kern="0"/>
            </a:defPPr>
            <a:lvl1pPr>
              <a:defRPr sz="9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algn="r" rtl="0">
              <a:spcAft>
                <a:spcPts val="600"/>
              </a:spcAft>
              <a:defRPr/>
            </a:pPr>
            <a:fld id="{81D60167-4931-47E6-BA6A-407CBD079E47}" type="slidenum">
              <a:rPr lang="en-US" sz="1200" kern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algn="r" rtl="0">
                <a:spcAft>
                  <a:spcPts val="600"/>
                </a:spcAft>
                <a:defRPr/>
              </a:pPr>
              <a:t>13</a:t>
            </a:fld>
            <a:endParaRPr lang="en-US" sz="1200" kern="1200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59055" algn="l" rtl="0">
              <a:lnSpc>
                <a:spcPct val="90000"/>
              </a:lnSpc>
              <a:spcBef>
                <a:spcPct val="0"/>
              </a:spcBef>
            </a:pPr>
            <a:r>
              <a:rPr lang="en-US" sz="36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5E09C7-D531-BD6C-5999-F9B8DC8FAEF5}"/>
              </a:ext>
            </a:extLst>
          </p:cNvPr>
          <p:cNvSpPr txBox="1"/>
          <p:nvPr/>
        </p:nvSpPr>
        <p:spPr>
          <a:xfrm>
            <a:off x="645066" y="2031101"/>
            <a:ext cx="4841334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l" rtl="0">
              <a:lnSpc>
                <a:spcPct val="90000"/>
              </a:lnSpc>
              <a:spcAft>
                <a:spcPts val="600"/>
              </a:spcAft>
            </a:pP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Case 1: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gauges at Zero position</a:t>
            </a:r>
          </a:p>
          <a:p>
            <a:pPr algn="l" rtl="0">
              <a:lnSpc>
                <a:spcPct val="90000"/>
              </a:lnSpc>
              <a:spcAft>
                <a:spcPts val="600"/>
              </a:spcAft>
            </a:pP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rtl="0">
              <a:lnSpc>
                <a:spcPct val="90000"/>
              </a:lnSpc>
              <a:spcAft>
                <a:spcPts val="600"/>
              </a:spcAft>
            </a:pP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Case 2: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Gauge 5 &amp; 6 +4mm, rest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Zero</a:t>
            </a:r>
          </a:p>
          <a:p>
            <a:pPr algn="l" rtl="0">
              <a:lnSpc>
                <a:spcPct val="90000"/>
              </a:lnSpc>
              <a:spcAft>
                <a:spcPts val="600"/>
              </a:spcAft>
            </a:pP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rtl="0">
              <a:lnSpc>
                <a:spcPct val="90000"/>
              </a:lnSpc>
              <a:spcAft>
                <a:spcPts val="600"/>
              </a:spcAft>
            </a:pP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Case 3: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Gauge 1 Zero, rest all +4mm</a:t>
            </a:r>
          </a:p>
          <a:p>
            <a:pPr algn="l" rtl="0">
              <a:lnSpc>
                <a:spcPct val="90000"/>
              </a:lnSpc>
              <a:spcAft>
                <a:spcPts val="600"/>
              </a:spcAft>
            </a:pP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rtl="0">
              <a:lnSpc>
                <a:spcPct val="90000"/>
              </a:lnSpc>
              <a:spcAft>
                <a:spcPts val="600"/>
              </a:spcAft>
            </a:pPr>
            <a:r>
              <a:rPr lang="en-US" sz="2000" b="1" kern="1200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Model predicts the change in leg lengths perfectly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610600" y="649224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rtl="0">
              <a:spcBef>
                <a:spcPts val="80"/>
              </a:spcBef>
            </a:pPr>
            <a:fld id="{81D60167-4931-47E6-BA6A-407CBD079E47}" type="slidenum">
              <a:rPr lang="en-US" sz="1200" kern="1200" spc="-25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algn="r" rtl="0">
                <a:spcBef>
                  <a:spcPts val="80"/>
                </a:spcBef>
              </a:pPr>
              <a:t>14</a:t>
            </a:fld>
            <a:endParaRPr lang="en-US" sz="1200" kern="1200" spc="-25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52588"/>
            <a:ext cx="799465" cy="85725"/>
          </a:xfrm>
          <a:custGeom>
            <a:avLst/>
            <a:gdLst/>
            <a:ahLst/>
            <a:cxnLst/>
            <a:rect l="l" t="t" r="r" b="b"/>
            <a:pathLst>
              <a:path w="799465" h="85725">
                <a:moveTo>
                  <a:pt x="799426" y="0"/>
                </a:moveTo>
                <a:lnTo>
                  <a:pt x="0" y="0"/>
                </a:lnTo>
                <a:lnTo>
                  <a:pt x="0" y="85725"/>
                </a:lnTo>
                <a:lnTo>
                  <a:pt x="799426" y="85725"/>
                </a:lnTo>
                <a:lnTo>
                  <a:pt x="7994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14B02C-B0D7-6667-183A-A77452E4E806}"/>
              </a:ext>
            </a:extLst>
          </p:cNvPr>
          <p:cNvSpPr txBox="1"/>
          <p:nvPr/>
        </p:nvSpPr>
        <p:spPr>
          <a:xfrm>
            <a:off x="144489" y="5309173"/>
            <a:ext cx="6121908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90000"/>
              </a:lnSpc>
              <a:spcAft>
                <a:spcPts val="600"/>
              </a:spcAft>
            </a:pPr>
            <a:r>
              <a:rPr lang="en-US" sz="1800" kern="1200" dirty="0">
                <a:solidFill>
                  <a:srgbClr val="00B050"/>
                </a:solidFill>
                <a:latin typeface="+mn-lt"/>
                <a:ea typeface="+mn-ea"/>
                <a:cs typeface="+mn-cs"/>
                <a:hlinkClick r:id="rId2"/>
              </a:rPr>
              <a:t>https://github.com/kodandachalla/Hexapod_Calibration</a:t>
            </a:r>
            <a:endParaRPr lang="en-US" sz="1800" kern="1200" dirty="0">
              <a:solidFill>
                <a:srgbClr val="00B050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30E6E7C-E28D-51F9-9D0A-5DECFDECB734}"/>
              </a:ext>
            </a:extLst>
          </p:cNvPr>
          <p:cNvGrpSpPr/>
          <p:nvPr/>
        </p:nvGrpSpPr>
        <p:grpSpPr>
          <a:xfrm>
            <a:off x="6095999" y="469777"/>
            <a:ext cx="5342083" cy="5662151"/>
            <a:chOff x="6095999" y="469777"/>
            <a:chExt cx="5342083" cy="5662151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E69FD20-FABD-51B0-45EA-43C7048A2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5999" y="469777"/>
              <a:ext cx="5342083" cy="56621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graphicFrame>
          <p:nvGraphicFramePr>
            <p:cNvPr id="13" name="Object 12">
              <a:extLst>
                <a:ext uri="{FF2B5EF4-FFF2-40B4-BE49-F238E27FC236}">
                  <a16:creationId xmlns:a16="http://schemas.microsoft.com/office/drawing/2014/main" id="{668F66A0-F6C9-0062-1A24-8F1C8B28A55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93860991"/>
                </p:ext>
              </p:extLst>
            </p:nvPr>
          </p:nvGraphicFramePr>
          <p:xfrm>
            <a:off x="10403289" y="587829"/>
            <a:ext cx="914400" cy="792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ackager Shell Object" showAsIcon="1" r:id="rId4" imgW="914400" imgH="792417" progId="Package">
                    <p:embed/>
                  </p:oleObj>
                </mc:Choice>
                <mc:Fallback>
                  <p:oleObj name="Packager Shell Object" showAsIcon="1" r:id="rId4" imgW="914400" imgH="792417" progId="Package">
                    <p:embed/>
                    <p:pic>
                      <p:nvPicPr>
                        <p:cNvPr id="13" name="Object 12">
                          <a:extLst>
                            <a:ext uri="{FF2B5EF4-FFF2-40B4-BE49-F238E27FC236}">
                              <a16:creationId xmlns:a16="http://schemas.microsoft.com/office/drawing/2014/main" id="{668F66A0-F6C9-0062-1A24-8F1C8B28A55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0403289" y="587829"/>
                          <a:ext cx="914400" cy="7921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FD9CAA70-FC24-4DA9-9035-DD65DE90D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D8889D6-46FE-4175-812C-8BEED2FF4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12ADD5-DEEA-69B0-91DF-581056643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3" y="0"/>
            <a:ext cx="3009440" cy="7098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</a:pPr>
            <a:r>
              <a:rPr lang="en-US" sz="4000" kern="1200" dirty="0">
                <a:solidFill>
                  <a:schemeClr val="tx2"/>
                </a:solidFill>
                <a:latin typeface="+mj-lt"/>
                <a:cs typeface="+mj-cs"/>
              </a:rPr>
              <a:t>Comparisons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ACCA88C-8741-4EAC-B3FE-0CFC0BA02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3832880" cy="2876136"/>
            <a:chOff x="-305" y="-1"/>
            <a:chExt cx="3832880" cy="2876136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0349FD5-909D-4E8A-B7B0-0D268C82B9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DD260D80-8FAD-46AF-B161-6BDFA50F49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2E4BAD0-C518-46E3-A120-C996C8ED5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81922341-7D82-4C50-8F3A-01EA7B225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7CF2AE69-6064-0934-6818-16DE8C14F0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7388" y="2011119"/>
            <a:ext cx="3657600" cy="1755648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7ADE29-C68A-56D5-5562-FCD301734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8328" y="384857"/>
            <a:ext cx="7495207" cy="21064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40FEC3-DACB-CF2E-CD54-D60B73A8B9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0" y="4176586"/>
            <a:ext cx="9048943" cy="1892230"/>
          </a:xfrm>
          <a:prstGeom prst="rect">
            <a:avLst/>
          </a:prstGeom>
        </p:spPr>
      </p:pic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820E2684-9460-6185-D0A0-7791E2253E83}"/>
              </a:ext>
            </a:extLst>
          </p:cNvPr>
          <p:cNvCxnSpPr>
            <a:cxnSpLocks/>
            <a:stCxn id="54" idx="0"/>
            <a:endCxn id="7" idx="1"/>
          </p:cNvCxnSpPr>
          <p:nvPr/>
        </p:nvCxnSpPr>
        <p:spPr>
          <a:xfrm rot="5400000" flipH="1" flipV="1">
            <a:off x="2482218" y="447715"/>
            <a:ext cx="985758" cy="2966462"/>
          </a:xfrm>
          <a:prstGeom prst="curvedConnector2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76EA8E24-802B-542D-2FA3-D7FC0284CC85}"/>
              </a:ext>
            </a:extLst>
          </p:cNvPr>
          <p:cNvSpPr/>
          <p:nvPr/>
        </p:nvSpPr>
        <p:spPr>
          <a:xfrm>
            <a:off x="501266" y="2423825"/>
            <a:ext cx="1981200" cy="937724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C137895-2790-87ED-C426-AE22E74938C1}"/>
              </a:ext>
            </a:extLst>
          </p:cNvPr>
          <p:cNvSpPr/>
          <p:nvPr/>
        </p:nvSpPr>
        <p:spPr>
          <a:xfrm>
            <a:off x="2699244" y="2119705"/>
            <a:ext cx="1133636" cy="158716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cxnSp>
        <p:nvCxnSpPr>
          <p:cNvPr id="57" name="Connector: Curved 56">
            <a:extLst>
              <a:ext uri="{FF2B5EF4-FFF2-40B4-BE49-F238E27FC236}">
                <a16:creationId xmlns:a16="http://schemas.microsoft.com/office/drawing/2014/main" id="{299E72A7-80F2-1DC0-FC50-44ACE2EA65F9}"/>
              </a:ext>
            </a:extLst>
          </p:cNvPr>
          <p:cNvCxnSpPr>
            <a:cxnSpLocks/>
            <a:endCxn id="9" idx="1"/>
          </p:cNvCxnSpPr>
          <p:nvPr/>
        </p:nvCxnSpPr>
        <p:spPr>
          <a:xfrm rot="5400000">
            <a:off x="2391989" y="4362881"/>
            <a:ext cx="1415831" cy="103808"/>
          </a:xfrm>
          <a:prstGeom prst="curvedConnector4">
            <a:avLst>
              <a:gd name="adj1" fmla="val 36609"/>
              <a:gd name="adj2" fmla="val 276169"/>
            </a:avLst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7E82D1D5-8AC3-92CD-4ED0-1036DC625F27}"/>
              </a:ext>
            </a:extLst>
          </p:cNvPr>
          <p:cNvSpPr txBox="1"/>
          <p:nvPr/>
        </p:nvSpPr>
        <p:spPr>
          <a:xfrm>
            <a:off x="990599" y="3810000"/>
            <a:ext cx="195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Simulink Model</a:t>
            </a:r>
          </a:p>
        </p:txBody>
      </p:sp>
    </p:spTree>
    <p:extLst>
      <p:ext uri="{BB962C8B-B14F-4D97-AF65-F5344CB8AC3E}">
        <p14:creationId xmlns:p14="http://schemas.microsoft.com/office/powerpoint/2010/main" val="41025566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5285" y="3852693"/>
            <a:ext cx="807170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6600" kern="1200" spc="114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</a:t>
            </a:r>
            <a:r>
              <a:rPr lang="en-US" sz="6600" kern="1200" spc="-19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kern="1200" spc="45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YOU</a:t>
            </a:r>
          </a:p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6600" kern="1200" spc="1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KODANDA</a:t>
            </a:r>
            <a:r>
              <a:rPr lang="en-US" sz="6600" kern="1200" spc="-185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kern="1200" spc="17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CHALLA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bject 3"/>
          <p:cNvSpPr/>
          <p:nvPr/>
        </p:nvSpPr>
        <p:spPr>
          <a:xfrm>
            <a:off x="0" y="2295588"/>
            <a:ext cx="799465" cy="85725"/>
          </a:xfrm>
          <a:custGeom>
            <a:avLst/>
            <a:gdLst/>
            <a:ahLst/>
            <a:cxnLst/>
            <a:rect l="l" t="t" r="r" b="b"/>
            <a:pathLst>
              <a:path w="799465" h="85725">
                <a:moveTo>
                  <a:pt x="799426" y="0"/>
                </a:moveTo>
                <a:lnTo>
                  <a:pt x="0" y="0"/>
                </a:lnTo>
                <a:lnTo>
                  <a:pt x="0" y="85725"/>
                </a:lnTo>
                <a:lnTo>
                  <a:pt x="799426" y="85725"/>
                </a:lnTo>
                <a:lnTo>
                  <a:pt x="7994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360</TotalTime>
  <Words>780</Words>
  <Application>Microsoft Office PowerPoint</Application>
  <PresentationFormat>Widescreen</PresentationFormat>
  <Paragraphs>98</Paragraphs>
  <Slides>16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Arial</vt:lpstr>
      <vt:lpstr>Calibri</vt:lpstr>
      <vt:lpstr>Tahoma</vt:lpstr>
      <vt:lpstr>Verdana</vt:lpstr>
      <vt:lpstr>Office Theme</vt:lpstr>
      <vt:lpstr>Packager Shell Object</vt:lpstr>
      <vt:lpstr>STEWART PLATFORM</vt:lpstr>
      <vt:lpstr>Forward Kinematics</vt:lpstr>
      <vt:lpstr>Inverse kinematics</vt:lpstr>
      <vt:lpstr>Summary:</vt:lpstr>
      <vt:lpstr>Comparison Forward vs Inverse  results</vt:lpstr>
      <vt:lpstr>Calibration of Platforms using CMM*</vt:lpstr>
      <vt:lpstr>Calibration of Platforms</vt:lpstr>
      <vt:lpstr>Moving Measured Points</vt:lpstr>
      <vt:lpstr>Calibrated assembled Hexapod and captured following data</vt:lpstr>
      <vt:lpstr>CMM Coding</vt:lpstr>
      <vt:lpstr>Simulink Projection</vt:lpstr>
      <vt:lpstr>Legs length calculation</vt:lpstr>
      <vt:lpstr>Checking</vt:lpstr>
      <vt:lpstr>Conclusion</vt:lpstr>
      <vt:lpstr>Comparisons</vt:lpstr>
      <vt:lpstr>THANK YOU KODANDA CHALLA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Kodanda Challa</cp:lastModifiedBy>
  <cp:revision>1</cp:revision>
  <dcterms:created xsi:type="dcterms:W3CDTF">2024-09-19T15:23:46Z</dcterms:created>
  <dcterms:modified xsi:type="dcterms:W3CDTF">2025-02-27T14:48:16Z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2024-07-18T00:00:00Z</vt:filetime>
  </property>
  <property fmtid="{D5CDD505-2E9C-101B-9397-08002B2CF9AE}" pid="3" name="LastSaved">
    <vt:filetime>2024-09-19T00:00:00Z</vt:filetime>
  </property>
</Properties>
</file>